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4" r:id="rId2"/>
    <p:sldId id="260" r:id="rId3"/>
    <p:sldId id="261" r:id="rId4"/>
    <p:sldId id="259" r:id="rId5"/>
    <p:sldId id="266" r:id="rId6"/>
    <p:sldId id="258" r:id="rId7"/>
    <p:sldId id="271" r:id="rId8"/>
    <p:sldId id="275" r:id="rId9"/>
    <p:sldId id="276" r:id="rId10"/>
    <p:sldId id="278" r:id="rId11"/>
    <p:sldId id="279" r:id="rId12"/>
    <p:sldId id="280" r:id="rId13"/>
    <p:sldId id="257" r:id="rId14"/>
    <p:sldId id="282" r:id="rId15"/>
    <p:sldId id="281" r:id="rId16"/>
    <p:sldId id="262" r:id="rId17"/>
    <p:sldId id="263" r:id="rId18"/>
    <p:sldId id="264" r:id="rId19"/>
    <p:sldId id="268" r:id="rId20"/>
    <p:sldId id="269" r:id="rId21"/>
    <p:sldId id="26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412B5E-3B6C-FA21-17D1-F77AEA7B3DBB}" name="Paul Tomasula" initials="PT" userId="S::ptomasula@limno.com::0ee49dd3-6337-41df-903e-5c52546189d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067FD6-B6AB-5C49-9741-718B380275DD}" v="92" dt="2026-04-10T19:00:10.535"/>
    <p1510:client id="{F8940F53-7C69-4D6A-92E1-883875666B3B}" v="2651" dt="2026-04-10T19:55:08.7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Tomasula" userId="0ee49dd3-6337-41df-903e-5c52546189db" providerId="ADAL" clId="{6D14E562-AC57-4BB8-85ED-91BB791E8C42}"/>
    <pc:docChg chg="undo custSel addSld delSld modSld sldOrd">
      <pc:chgData name="Paul Tomasula" userId="0ee49dd3-6337-41df-903e-5c52546189db" providerId="ADAL" clId="{6D14E562-AC57-4BB8-85ED-91BB791E8C42}" dt="2026-04-10T19:55:08.792" v="8074" actId="14100"/>
      <pc:docMkLst>
        <pc:docMk/>
      </pc:docMkLst>
      <pc:sldChg chg="addSp delSp modSp mod">
        <pc:chgData name="Paul Tomasula" userId="0ee49dd3-6337-41df-903e-5c52546189db" providerId="ADAL" clId="{6D14E562-AC57-4BB8-85ED-91BB791E8C42}" dt="2026-04-10T18:26:11.051" v="8027" actId="6549"/>
        <pc:sldMkLst>
          <pc:docMk/>
          <pc:sldMk cId="3828505705" sldId="257"/>
        </pc:sldMkLst>
        <pc:spChg chg="add mod">
          <ac:chgData name="Paul Tomasula" userId="0ee49dd3-6337-41df-903e-5c52546189db" providerId="ADAL" clId="{6D14E562-AC57-4BB8-85ED-91BB791E8C42}" dt="2026-04-08T16:21:37.997" v="3192"/>
          <ac:spMkLst>
            <pc:docMk/>
            <pc:sldMk cId="3828505705" sldId="257"/>
            <ac:spMk id="2" creationId="{4407C2FD-4FE3-157F-B4C6-4DE4C98F163D}"/>
          </ac:spMkLst>
        </pc:spChg>
        <pc:spChg chg="add mod">
          <ac:chgData name="Paul Tomasula" userId="0ee49dd3-6337-41df-903e-5c52546189db" providerId="ADAL" clId="{6D14E562-AC57-4BB8-85ED-91BB791E8C42}" dt="2026-04-10T18:26:11.051" v="8027" actId="6549"/>
          <ac:spMkLst>
            <pc:docMk/>
            <pc:sldMk cId="3828505705" sldId="257"/>
            <ac:spMk id="4" creationId="{941B1F53-017D-E78B-E048-AD2AC97D3209}"/>
          </ac:spMkLst>
        </pc:spChg>
        <pc:spChg chg="mod">
          <ac:chgData name="Paul Tomasula" userId="0ee49dd3-6337-41df-903e-5c52546189db" providerId="ADAL" clId="{6D14E562-AC57-4BB8-85ED-91BB791E8C42}" dt="2026-04-10T17:59:46.187" v="7912" actId="20577"/>
          <ac:spMkLst>
            <pc:docMk/>
            <pc:sldMk cId="3828505705" sldId="257"/>
            <ac:spMk id="7" creationId="{12EE193F-7E07-46B9-74C2-3D3C44E7EE18}"/>
          </ac:spMkLst>
        </pc:spChg>
        <pc:spChg chg="mod">
          <ac:chgData name="Paul Tomasula" userId="0ee49dd3-6337-41df-903e-5c52546189db" providerId="ADAL" clId="{6D14E562-AC57-4BB8-85ED-91BB791E8C42}" dt="2026-04-10T18:00:46.572" v="7964" actId="20577"/>
          <ac:spMkLst>
            <pc:docMk/>
            <pc:sldMk cId="3828505705" sldId="257"/>
            <ac:spMk id="8" creationId="{1D5EB958-B4C3-1112-5564-7DA4CA166D17}"/>
          </ac:spMkLst>
        </pc:spChg>
        <pc:spChg chg="mod">
          <ac:chgData name="Paul Tomasula" userId="0ee49dd3-6337-41df-903e-5c52546189db" providerId="ADAL" clId="{6D14E562-AC57-4BB8-85ED-91BB791E8C42}" dt="2026-04-10T18:00:49.141" v="7974" actId="20577"/>
          <ac:spMkLst>
            <pc:docMk/>
            <pc:sldMk cId="3828505705" sldId="257"/>
            <ac:spMk id="9" creationId="{C3AA94FE-FB34-290E-B07F-289F2A6774B8}"/>
          </ac:spMkLst>
        </pc:spChg>
        <pc:cxnChg chg="add mod">
          <ac:chgData name="Paul Tomasula" userId="0ee49dd3-6337-41df-903e-5c52546189db" providerId="ADAL" clId="{6D14E562-AC57-4BB8-85ED-91BB791E8C42}" dt="2026-04-10T15:39:14.494" v="7421"/>
          <ac:cxnSpMkLst>
            <pc:docMk/>
            <pc:sldMk cId="3828505705" sldId="257"/>
            <ac:cxnSpMk id="3" creationId="{0ED3BD12-832B-65DA-7A8E-04AD968733FB}"/>
          </ac:cxnSpMkLst>
        </pc:cxnChg>
      </pc:sldChg>
      <pc:sldChg chg="addSp delSp modSp mod">
        <pc:chgData name="Paul Tomasula" userId="0ee49dd3-6337-41df-903e-5c52546189db" providerId="ADAL" clId="{6D14E562-AC57-4BB8-85ED-91BB791E8C42}" dt="2026-04-10T17:48:54.342" v="7906" actId="20577"/>
        <pc:sldMkLst>
          <pc:docMk/>
          <pc:sldMk cId="992571079" sldId="258"/>
        </pc:sldMkLst>
        <pc:spChg chg="add del mod">
          <ac:chgData name="Paul Tomasula" userId="0ee49dd3-6337-41df-903e-5c52546189db" providerId="ADAL" clId="{6D14E562-AC57-4BB8-85ED-91BB791E8C42}" dt="2026-04-10T13:39:02.744" v="6514" actId="478"/>
          <ac:spMkLst>
            <pc:docMk/>
            <pc:sldMk cId="992571079" sldId="258"/>
            <ac:spMk id="3" creationId="{F9711A64-B900-BE30-D69D-83AA9A513B37}"/>
          </ac:spMkLst>
        </pc:spChg>
        <pc:spChg chg="add mod">
          <ac:chgData name="Paul Tomasula" userId="0ee49dd3-6337-41df-903e-5c52546189db" providerId="ADAL" clId="{6D14E562-AC57-4BB8-85ED-91BB791E8C42}" dt="2026-04-10T17:48:15.730" v="7905" actId="20577"/>
          <ac:spMkLst>
            <pc:docMk/>
            <pc:sldMk cId="992571079" sldId="258"/>
            <ac:spMk id="4" creationId="{C8B73451-5815-A241-2788-000DBB1ECFA8}"/>
          </ac:spMkLst>
        </pc:spChg>
        <pc:spChg chg="add del mod">
          <ac:chgData name="Paul Tomasula" userId="0ee49dd3-6337-41df-903e-5c52546189db" providerId="ADAL" clId="{6D14E562-AC57-4BB8-85ED-91BB791E8C42}" dt="2026-04-10T13:38:16.981" v="6410" actId="478"/>
          <ac:spMkLst>
            <pc:docMk/>
            <pc:sldMk cId="992571079" sldId="258"/>
            <ac:spMk id="5" creationId="{5658A64E-4E7F-75FC-FAC5-F13E889C2CB7}"/>
          </ac:spMkLst>
        </pc:spChg>
        <pc:spChg chg="mod">
          <ac:chgData name="Paul Tomasula" userId="0ee49dd3-6337-41df-903e-5c52546189db" providerId="ADAL" clId="{6D14E562-AC57-4BB8-85ED-91BB791E8C42}" dt="2026-04-10T17:48:54.342" v="7906" actId="20577"/>
          <ac:spMkLst>
            <pc:docMk/>
            <pc:sldMk cId="992571079" sldId="258"/>
            <ac:spMk id="7" creationId="{54B38A36-C774-8C1F-8328-E323612E603E}"/>
          </ac:spMkLst>
        </pc:spChg>
        <pc:spChg chg="del mod">
          <ac:chgData name="Paul Tomasula" userId="0ee49dd3-6337-41df-903e-5c52546189db" providerId="ADAL" clId="{6D14E562-AC57-4BB8-85ED-91BB791E8C42}" dt="2026-04-10T13:38:15.131" v="6409" actId="478"/>
          <ac:spMkLst>
            <pc:docMk/>
            <pc:sldMk cId="992571079" sldId="258"/>
            <ac:spMk id="8" creationId="{5BD1859E-3907-05C6-DE1F-9146D35C517E}"/>
          </ac:spMkLst>
        </pc:spChg>
        <pc:spChg chg="del mod">
          <ac:chgData name="Paul Tomasula" userId="0ee49dd3-6337-41df-903e-5c52546189db" providerId="ADAL" clId="{6D14E562-AC57-4BB8-85ED-91BB791E8C42}" dt="2026-04-10T13:38:14.335" v="6408" actId="478"/>
          <ac:spMkLst>
            <pc:docMk/>
            <pc:sldMk cId="992571079" sldId="258"/>
            <ac:spMk id="9" creationId="{1B0985ED-89BA-B6AF-B01C-BEE3E0DA8230}"/>
          </ac:spMkLst>
        </pc:spChg>
      </pc:sldChg>
      <pc:sldChg chg="addSp delSp modSp new mod ord modClrScheme chgLayout">
        <pc:chgData name="Paul Tomasula" userId="0ee49dd3-6337-41df-903e-5c52546189db" providerId="ADAL" clId="{6D14E562-AC57-4BB8-85ED-91BB791E8C42}" dt="2026-04-10T18:17:23.825" v="8016" actId="20577"/>
        <pc:sldMkLst>
          <pc:docMk/>
          <pc:sldMk cId="2777383501" sldId="259"/>
        </pc:sldMkLst>
        <pc:spChg chg="mod ord">
          <ac:chgData name="Paul Tomasula" userId="0ee49dd3-6337-41df-903e-5c52546189db" providerId="ADAL" clId="{6D14E562-AC57-4BB8-85ED-91BB791E8C42}" dt="2026-04-07T15:25:25.615" v="21" actId="700"/>
          <ac:spMkLst>
            <pc:docMk/>
            <pc:sldMk cId="2777383501" sldId="259"/>
            <ac:spMk id="2" creationId="{1F6FDC96-5DC5-99BC-D059-181F392946C5}"/>
          </ac:spMkLst>
        </pc:spChg>
        <pc:spChg chg="add mod ord">
          <ac:chgData name="Paul Tomasula" userId="0ee49dd3-6337-41df-903e-5c52546189db" providerId="ADAL" clId="{6D14E562-AC57-4BB8-85ED-91BB791E8C42}" dt="2026-04-10T18:17:23.825" v="8016" actId="20577"/>
          <ac:spMkLst>
            <pc:docMk/>
            <pc:sldMk cId="2777383501" sldId="259"/>
            <ac:spMk id="5" creationId="{0E587745-3EAA-530A-D3AD-A70BD7DCDB27}"/>
          </ac:spMkLst>
        </pc:spChg>
      </pc:sldChg>
      <pc:sldChg chg="modSp new mod ord">
        <pc:chgData name="Paul Tomasula" userId="0ee49dd3-6337-41df-903e-5c52546189db" providerId="ADAL" clId="{6D14E562-AC57-4BB8-85ED-91BB791E8C42}" dt="2026-04-10T13:30:10.194" v="5841" actId="20577"/>
        <pc:sldMkLst>
          <pc:docMk/>
          <pc:sldMk cId="1797652776" sldId="260"/>
        </pc:sldMkLst>
        <pc:spChg chg="mod">
          <ac:chgData name="Paul Tomasula" userId="0ee49dd3-6337-41df-903e-5c52546189db" providerId="ADAL" clId="{6D14E562-AC57-4BB8-85ED-91BB791E8C42}" dt="2026-04-10T13:30:10.194" v="5841" actId="20577"/>
          <ac:spMkLst>
            <pc:docMk/>
            <pc:sldMk cId="1797652776" sldId="260"/>
            <ac:spMk id="2" creationId="{4EA0F0E4-E2D0-55A9-6229-6AA106AEA68B}"/>
          </ac:spMkLst>
        </pc:spChg>
        <pc:spChg chg="mod">
          <ac:chgData name="Paul Tomasula" userId="0ee49dd3-6337-41df-903e-5c52546189db" providerId="ADAL" clId="{6D14E562-AC57-4BB8-85ED-91BB791E8C42}" dt="2026-04-08T15:00:00.614" v="535" actId="20577"/>
          <ac:spMkLst>
            <pc:docMk/>
            <pc:sldMk cId="1797652776" sldId="260"/>
            <ac:spMk id="3" creationId="{4AEAFCD8-0E4C-C8F6-0C7C-57E92173D0FE}"/>
          </ac:spMkLst>
        </pc:spChg>
      </pc:sldChg>
      <pc:sldChg chg="addSp delSp modSp new mod modClrScheme chgLayout">
        <pc:chgData name="Paul Tomasula" userId="0ee49dd3-6337-41df-903e-5c52546189db" providerId="ADAL" clId="{6D14E562-AC57-4BB8-85ED-91BB791E8C42}" dt="2026-04-08T15:21:24.598" v="1819" actId="1076"/>
        <pc:sldMkLst>
          <pc:docMk/>
          <pc:sldMk cId="352249129" sldId="261"/>
        </pc:sldMkLst>
        <pc:spChg chg="add mod ord">
          <ac:chgData name="Paul Tomasula" userId="0ee49dd3-6337-41df-903e-5c52546189db" providerId="ADAL" clId="{6D14E562-AC57-4BB8-85ED-91BB791E8C42}" dt="2026-04-08T15:17:33.085" v="1599" actId="20577"/>
          <ac:spMkLst>
            <pc:docMk/>
            <pc:sldMk cId="352249129" sldId="261"/>
            <ac:spMk id="4" creationId="{B5CB106A-E97E-D02A-1E5C-2601DC4B57EE}"/>
          </ac:spMkLst>
        </pc:spChg>
        <pc:spChg chg="add mod ord">
          <ac:chgData name="Paul Tomasula" userId="0ee49dd3-6337-41df-903e-5c52546189db" providerId="ADAL" clId="{6D14E562-AC57-4BB8-85ED-91BB791E8C42}" dt="2026-04-08T15:15:12.148" v="1542" actId="700"/>
          <ac:spMkLst>
            <pc:docMk/>
            <pc:sldMk cId="352249129" sldId="261"/>
            <ac:spMk id="5" creationId="{6D67AD9C-7C38-6D96-38A8-048A6D33536A}"/>
          </ac:spMkLst>
        </pc:spChg>
        <pc:picChg chg="add mod">
          <ac:chgData name="Paul Tomasula" userId="0ee49dd3-6337-41df-903e-5c52546189db" providerId="ADAL" clId="{6D14E562-AC57-4BB8-85ED-91BB791E8C42}" dt="2026-04-08T15:21:24.598" v="1819" actId="1076"/>
          <ac:picMkLst>
            <pc:docMk/>
            <pc:sldMk cId="352249129" sldId="261"/>
            <ac:picMk id="6" creationId="{F8C4561A-836A-8B1F-BF03-B67E232D5469}"/>
          </ac:picMkLst>
        </pc:picChg>
        <pc:picChg chg="add mod">
          <ac:chgData name="Paul Tomasula" userId="0ee49dd3-6337-41df-903e-5c52546189db" providerId="ADAL" clId="{6D14E562-AC57-4BB8-85ED-91BB791E8C42}" dt="2026-04-08T15:21:20.974" v="1818" actId="1076"/>
          <ac:picMkLst>
            <pc:docMk/>
            <pc:sldMk cId="352249129" sldId="261"/>
            <ac:picMk id="1026" creationId="{A980690D-A2F4-9A45-1CEC-36922796ED4F}"/>
          </ac:picMkLst>
        </pc:picChg>
      </pc:sldChg>
      <pc:sldChg chg="addSp modSp add mod ord">
        <pc:chgData name="Paul Tomasula" userId="0ee49dd3-6337-41df-903e-5c52546189db" providerId="ADAL" clId="{6D14E562-AC57-4BB8-85ED-91BB791E8C42}" dt="2026-04-08T15:50:14.123" v="1823" actId="1076"/>
        <pc:sldMkLst>
          <pc:docMk/>
          <pc:sldMk cId="2641379545" sldId="262"/>
        </pc:sldMkLst>
        <pc:spChg chg="mod">
          <ac:chgData name="Paul Tomasula" userId="0ee49dd3-6337-41df-903e-5c52546189db" providerId="ADAL" clId="{6D14E562-AC57-4BB8-85ED-91BB791E8C42}" dt="2026-04-08T15:17:23.917" v="1570" actId="20577"/>
          <ac:spMkLst>
            <pc:docMk/>
            <pc:sldMk cId="2641379545" sldId="262"/>
            <ac:spMk id="4" creationId="{B3682227-CC1C-0BA7-AE01-E0C0E13B59C2}"/>
          </ac:spMkLst>
        </pc:spChg>
        <pc:picChg chg="add mod">
          <ac:chgData name="Paul Tomasula" userId="0ee49dd3-6337-41df-903e-5c52546189db" providerId="ADAL" clId="{6D14E562-AC57-4BB8-85ED-91BB791E8C42}" dt="2026-04-08T15:17:18.423" v="1552" actId="1076"/>
          <ac:picMkLst>
            <pc:docMk/>
            <pc:sldMk cId="2641379545" sldId="262"/>
            <ac:picMk id="3" creationId="{708F95E6-4434-8202-6433-B65D3D825C78}"/>
          </ac:picMkLst>
        </pc:picChg>
        <pc:picChg chg="add mod">
          <ac:chgData name="Paul Tomasula" userId="0ee49dd3-6337-41df-903e-5c52546189db" providerId="ADAL" clId="{6D14E562-AC57-4BB8-85ED-91BB791E8C42}" dt="2026-04-08T15:50:14.123" v="1823" actId="1076"/>
          <ac:picMkLst>
            <pc:docMk/>
            <pc:sldMk cId="2641379545" sldId="262"/>
            <ac:picMk id="2050" creationId="{E63E821B-2D70-CA4C-1FE2-BAAF10A07AB1}"/>
          </ac:picMkLst>
        </pc:picChg>
      </pc:sldChg>
      <pc:sldChg chg="modSp add mod ord">
        <pc:chgData name="Paul Tomasula" userId="0ee49dd3-6337-41df-903e-5c52546189db" providerId="ADAL" clId="{6D14E562-AC57-4BB8-85ED-91BB791E8C42}" dt="2026-04-10T18:08:59.866" v="8012" actId="20577"/>
        <pc:sldMkLst>
          <pc:docMk/>
          <pc:sldMk cId="42050952" sldId="263"/>
        </pc:sldMkLst>
        <pc:spChg chg="mod">
          <ac:chgData name="Paul Tomasula" userId="0ee49dd3-6337-41df-903e-5c52546189db" providerId="ADAL" clId="{6D14E562-AC57-4BB8-85ED-91BB791E8C42}" dt="2026-04-10T18:08:59.866" v="8012" actId="20577"/>
          <ac:spMkLst>
            <pc:docMk/>
            <pc:sldMk cId="42050952" sldId="263"/>
            <ac:spMk id="5" creationId="{1E436498-6D62-84F6-9209-319C4DF2F628}"/>
          </ac:spMkLst>
        </pc:spChg>
      </pc:sldChg>
      <pc:sldChg chg="addSp modSp new mod">
        <pc:chgData name="Paul Tomasula" userId="0ee49dd3-6337-41df-903e-5c52546189db" providerId="ADAL" clId="{6D14E562-AC57-4BB8-85ED-91BB791E8C42}" dt="2026-04-10T19:54:56.564" v="8067" actId="108"/>
        <pc:sldMkLst>
          <pc:docMk/>
          <pc:sldMk cId="512763936" sldId="264"/>
        </pc:sldMkLst>
        <pc:spChg chg="mod">
          <ac:chgData name="Paul Tomasula" userId="0ee49dd3-6337-41df-903e-5c52546189db" providerId="ADAL" clId="{6D14E562-AC57-4BB8-85ED-91BB791E8C42}" dt="2026-04-08T15:52:38.449" v="1972" actId="20577"/>
          <ac:spMkLst>
            <pc:docMk/>
            <pc:sldMk cId="512763936" sldId="264"/>
            <ac:spMk id="2" creationId="{3727AD82-D3AA-14A7-744C-1AD92A1CB7A5}"/>
          </ac:spMkLst>
        </pc:spChg>
        <pc:spChg chg="mod">
          <ac:chgData name="Paul Tomasula" userId="0ee49dd3-6337-41df-903e-5c52546189db" providerId="ADAL" clId="{6D14E562-AC57-4BB8-85ED-91BB791E8C42}" dt="2026-04-08T16:34:26.493" v="3819" actId="6549"/>
          <ac:spMkLst>
            <pc:docMk/>
            <pc:sldMk cId="512763936" sldId="264"/>
            <ac:spMk id="3" creationId="{2E5B321F-FD2F-3263-D13B-F2A9AB490E69}"/>
          </ac:spMkLst>
        </pc:spChg>
        <pc:spChg chg="add mod">
          <ac:chgData name="Paul Tomasula" userId="0ee49dd3-6337-41df-903e-5c52546189db" providerId="ADAL" clId="{6D14E562-AC57-4BB8-85ED-91BB791E8C42}" dt="2026-04-10T19:54:52.740" v="8062" actId="108"/>
          <ac:spMkLst>
            <pc:docMk/>
            <pc:sldMk cId="512763936" sldId="264"/>
            <ac:spMk id="13" creationId="{9702C302-BE52-BBEE-21E2-AB6A38513F72}"/>
          </ac:spMkLst>
        </pc:spChg>
        <pc:spChg chg="add mod">
          <ac:chgData name="Paul Tomasula" userId="0ee49dd3-6337-41df-903e-5c52546189db" providerId="ADAL" clId="{6D14E562-AC57-4BB8-85ED-91BB791E8C42}" dt="2026-04-10T19:54:56.564" v="8067" actId="108"/>
          <ac:spMkLst>
            <pc:docMk/>
            <pc:sldMk cId="512763936" sldId="264"/>
            <ac:spMk id="14" creationId="{A5152FA2-E8B9-91DD-E5AA-58797FF1AE30}"/>
          </ac:spMkLst>
        </pc:spChg>
        <pc:picChg chg="add mod">
          <ac:chgData name="Paul Tomasula" userId="0ee49dd3-6337-41df-903e-5c52546189db" providerId="ADAL" clId="{6D14E562-AC57-4BB8-85ED-91BB791E8C42}" dt="2026-04-08T15:58:01.367" v="1995" actId="1076"/>
          <ac:picMkLst>
            <pc:docMk/>
            <pc:sldMk cId="512763936" sldId="264"/>
            <ac:picMk id="5" creationId="{9511DD6A-FE88-02AE-E779-247C7638BBCB}"/>
          </ac:picMkLst>
        </pc:picChg>
        <pc:picChg chg="add mod">
          <ac:chgData name="Paul Tomasula" userId="0ee49dd3-6337-41df-903e-5c52546189db" providerId="ADAL" clId="{6D14E562-AC57-4BB8-85ED-91BB791E8C42}" dt="2026-04-08T15:58:01.367" v="1995" actId="1076"/>
          <ac:picMkLst>
            <pc:docMk/>
            <pc:sldMk cId="512763936" sldId="264"/>
            <ac:picMk id="7" creationId="{5252CBAE-ED48-4431-7FE6-80C6C699C0E6}"/>
          </ac:picMkLst>
        </pc:picChg>
        <pc:picChg chg="add mod">
          <ac:chgData name="Paul Tomasula" userId="0ee49dd3-6337-41df-903e-5c52546189db" providerId="ADAL" clId="{6D14E562-AC57-4BB8-85ED-91BB791E8C42}" dt="2026-04-08T15:58:02.768" v="1996" actId="1076"/>
          <ac:picMkLst>
            <pc:docMk/>
            <pc:sldMk cId="512763936" sldId="264"/>
            <ac:picMk id="9" creationId="{EA82F4F0-35D8-FB36-10A2-6E2D2AEA31DC}"/>
          </ac:picMkLst>
        </pc:picChg>
        <pc:cxnChg chg="add mod">
          <ac:chgData name="Paul Tomasula" userId="0ee49dd3-6337-41df-903e-5c52546189db" providerId="ADAL" clId="{6D14E562-AC57-4BB8-85ED-91BB791E8C42}" dt="2026-04-08T15:57:56.769" v="1992" actId="1582"/>
          <ac:cxnSpMkLst>
            <pc:docMk/>
            <pc:sldMk cId="512763936" sldId="264"/>
            <ac:cxnSpMk id="11" creationId="{9B5CA2D8-0A83-240B-2DA2-8E52312BA58D}"/>
          </ac:cxnSpMkLst>
        </pc:cxnChg>
      </pc:sldChg>
      <pc:sldChg chg="addSp delSp modSp add mod ord">
        <pc:chgData name="Paul Tomasula" userId="0ee49dd3-6337-41df-903e-5c52546189db" providerId="ADAL" clId="{6D14E562-AC57-4BB8-85ED-91BB791E8C42}" dt="2026-04-10T15:35:43.892" v="7339"/>
        <pc:sldMkLst>
          <pc:docMk/>
          <pc:sldMk cId="74183361" sldId="265"/>
        </pc:sldMkLst>
        <pc:spChg chg="add del mod">
          <ac:chgData name="Paul Tomasula" userId="0ee49dd3-6337-41df-903e-5c52546189db" providerId="ADAL" clId="{6D14E562-AC57-4BB8-85ED-91BB791E8C42}" dt="2026-04-08T16:49:09.006" v="5382" actId="20577"/>
          <ac:spMkLst>
            <pc:docMk/>
            <pc:sldMk cId="74183361" sldId="265"/>
            <ac:spMk id="2" creationId="{7F9C5C3E-57AF-B73A-1701-C30AA4A8E26F}"/>
          </ac:spMkLst>
        </pc:spChg>
        <pc:spChg chg="mod">
          <ac:chgData name="Paul Tomasula" userId="0ee49dd3-6337-41df-903e-5c52546189db" providerId="ADAL" clId="{6D14E562-AC57-4BB8-85ED-91BB791E8C42}" dt="2026-04-08T16:40:28.461" v="4241"/>
          <ac:spMkLst>
            <pc:docMk/>
            <pc:sldMk cId="74183361" sldId="265"/>
            <ac:spMk id="3" creationId="{7B7ED05F-AB98-8F63-EC3A-3D456D8510EF}"/>
          </ac:spMkLst>
        </pc:spChg>
      </pc:sldChg>
      <pc:sldChg chg="modSp new mod">
        <pc:chgData name="Paul Tomasula" userId="0ee49dd3-6337-41df-903e-5c52546189db" providerId="ADAL" clId="{6D14E562-AC57-4BB8-85ED-91BB791E8C42}" dt="2026-04-10T18:18:00.328" v="8024" actId="20577"/>
        <pc:sldMkLst>
          <pc:docMk/>
          <pc:sldMk cId="3892186058" sldId="266"/>
        </pc:sldMkLst>
        <pc:spChg chg="mod">
          <ac:chgData name="Paul Tomasula" userId="0ee49dd3-6337-41df-903e-5c52546189db" providerId="ADAL" clId="{6D14E562-AC57-4BB8-85ED-91BB791E8C42}" dt="2026-04-10T18:18:00.328" v="8024" actId="20577"/>
          <ac:spMkLst>
            <pc:docMk/>
            <pc:sldMk cId="3892186058" sldId="266"/>
            <ac:spMk id="2" creationId="{0B26208B-2302-5F56-1A7C-FC058691BF85}"/>
          </ac:spMkLst>
        </pc:spChg>
        <pc:spChg chg="mod">
          <ac:chgData name="Paul Tomasula" userId="0ee49dd3-6337-41df-903e-5c52546189db" providerId="ADAL" clId="{6D14E562-AC57-4BB8-85ED-91BB791E8C42}" dt="2026-04-08T16:06:41.201" v="2164" actId="20577"/>
          <ac:spMkLst>
            <pc:docMk/>
            <pc:sldMk cId="3892186058" sldId="266"/>
            <ac:spMk id="3" creationId="{300EDFE5-02E7-4213-BB9A-4504C4AF0795}"/>
          </ac:spMkLst>
        </pc:spChg>
      </pc:sldChg>
      <pc:sldChg chg="modSp new add del mod">
        <pc:chgData name="Paul Tomasula" userId="0ee49dd3-6337-41df-903e-5c52546189db" providerId="ADAL" clId="{6D14E562-AC57-4BB8-85ED-91BB791E8C42}" dt="2026-04-09T21:00:47.470" v="5456" actId="2696"/>
        <pc:sldMkLst>
          <pc:docMk/>
          <pc:sldMk cId="2136900800" sldId="267"/>
        </pc:sldMkLst>
      </pc:sldChg>
      <pc:sldChg chg="addSp delSp modSp add mod">
        <pc:chgData name="Paul Tomasula" userId="0ee49dd3-6337-41df-903e-5c52546189db" providerId="ADAL" clId="{6D14E562-AC57-4BB8-85ED-91BB791E8C42}" dt="2026-04-10T19:55:08.792" v="8074" actId="14100"/>
        <pc:sldMkLst>
          <pc:docMk/>
          <pc:sldMk cId="3858886461" sldId="268"/>
        </pc:sldMkLst>
        <pc:spChg chg="mod">
          <ac:chgData name="Paul Tomasula" userId="0ee49dd3-6337-41df-903e-5c52546189db" providerId="ADAL" clId="{6D14E562-AC57-4BB8-85ED-91BB791E8C42}" dt="2026-04-10T19:54:58.973" v="8068" actId="108"/>
          <ac:spMkLst>
            <pc:docMk/>
            <pc:sldMk cId="3858886461" sldId="268"/>
            <ac:spMk id="2" creationId="{14EFB081-D082-01E6-7EF3-517297F4702D}"/>
          </ac:spMkLst>
        </pc:spChg>
        <pc:spChg chg="mod">
          <ac:chgData name="Paul Tomasula" userId="0ee49dd3-6337-41df-903e-5c52546189db" providerId="ADAL" clId="{6D14E562-AC57-4BB8-85ED-91BB791E8C42}" dt="2026-04-08T16:34:21.852" v="3815" actId="20577"/>
          <ac:spMkLst>
            <pc:docMk/>
            <pc:sldMk cId="3858886461" sldId="268"/>
            <ac:spMk id="3" creationId="{B7725611-FEB6-CBF0-97CF-F0EA69C669E7}"/>
          </ac:spMkLst>
        </pc:spChg>
        <pc:spChg chg="add mod">
          <ac:chgData name="Paul Tomasula" userId="0ee49dd3-6337-41df-903e-5c52546189db" providerId="ADAL" clId="{6D14E562-AC57-4BB8-85ED-91BB791E8C42}" dt="2026-04-09T20:58:39.070" v="5418" actId="1076"/>
          <ac:spMkLst>
            <pc:docMk/>
            <pc:sldMk cId="3858886461" sldId="268"/>
            <ac:spMk id="8" creationId="{09C1E52A-5214-F46E-3D99-E5026C654697}"/>
          </ac:spMkLst>
        </pc:spChg>
        <pc:spChg chg="mod">
          <ac:chgData name="Paul Tomasula" userId="0ee49dd3-6337-41df-903e-5c52546189db" providerId="ADAL" clId="{6D14E562-AC57-4BB8-85ED-91BB791E8C42}" dt="2026-04-10T19:55:08.792" v="8074" actId="14100"/>
          <ac:spMkLst>
            <pc:docMk/>
            <pc:sldMk cId="3858886461" sldId="268"/>
            <ac:spMk id="13" creationId="{91523A07-032E-E9BD-4EB4-EEC53F50F479}"/>
          </ac:spMkLst>
        </pc:spChg>
        <pc:spChg chg="mod">
          <ac:chgData name="Paul Tomasula" userId="0ee49dd3-6337-41df-903e-5c52546189db" providerId="ADAL" clId="{6D14E562-AC57-4BB8-85ED-91BB791E8C42}" dt="2026-04-10T19:55:05.196" v="8073" actId="108"/>
          <ac:spMkLst>
            <pc:docMk/>
            <pc:sldMk cId="3858886461" sldId="268"/>
            <ac:spMk id="14" creationId="{6079702C-EB82-C1AA-BA24-6572A77DE566}"/>
          </ac:spMkLst>
        </pc:spChg>
        <pc:picChg chg="add mod">
          <ac:chgData name="Paul Tomasula" userId="0ee49dd3-6337-41df-903e-5c52546189db" providerId="ADAL" clId="{6D14E562-AC57-4BB8-85ED-91BB791E8C42}" dt="2026-04-08T16:34:42.994" v="3824" actId="1076"/>
          <ac:picMkLst>
            <pc:docMk/>
            <pc:sldMk cId="3858886461" sldId="268"/>
            <ac:picMk id="4" creationId="{BE315D94-1257-D87C-BAE8-F107EB830F01}"/>
          </ac:picMkLst>
        </pc:picChg>
      </pc:sldChg>
      <pc:sldChg chg="modSp add mod">
        <pc:chgData name="Paul Tomasula" userId="0ee49dd3-6337-41df-903e-5c52546189db" providerId="ADAL" clId="{6D14E562-AC57-4BB8-85ED-91BB791E8C42}" dt="2026-04-10T15:35:48.436" v="7347" actId="20577"/>
        <pc:sldMkLst>
          <pc:docMk/>
          <pc:sldMk cId="241425083" sldId="269"/>
        </pc:sldMkLst>
        <pc:spChg chg="mod">
          <ac:chgData name="Paul Tomasula" userId="0ee49dd3-6337-41df-903e-5c52546189db" providerId="ADAL" clId="{6D14E562-AC57-4BB8-85ED-91BB791E8C42}" dt="2026-04-08T16:48:44.259" v="5358" actId="21"/>
          <ac:spMkLst>
            <pc:docMk/>
            <pc:sldMk cId="241425083" sldId="269"/>
            <ac:spMk id="2" creationId="{FBDF53BC-CDBD-0365-D77B-8FAC168F0EC7}"/>
          </ac:spMkLst>
        </pc:spChg>
        <pc:spChg chg="mod">
          <ac:chgData name="Paul Tomasula" userId="0ee49dd3-6337-41df-903e-5c52546189db" providerId="ADAL" clId="{6D14E562-AC57-4BB8-85ED-91BB791E8C42}" dt="2026-04-10T15:35:48.436" v="7347" actId="20577"/>
          <ac:spMkLst>
            <pc:docMk/>
            <pc:sldMk cId="241425083" sldId="269"/>
            <ac:spMk id="3" creationId="{84BFFB52-0BCC-3125-C5A4-56797BC068AE}"/>
          </ac:spMkLst>
        </pc:spChg>
      </pc:sldChg>
      <pc:sldChg chg="modSp new del mod">
        <pc:chgData name="Paul Tomasula" userId="0ee49dd3-6337-41df-903e-5c52546189db" providerId="ADAL" clId="{6D14E562-AC57-4BB8-85ED-91BB791E8C42}" dt="2026-04-10T16:48:32.581" v="7724" actId="2696"/>
        <pc:sldMkLst>
          <pc:docMk/>
          <pc:sldMk cId="266017868" sldId="270"/>
        </pc:sldMkLst>
        <pc:spChg chg="mod">
          <ac:chgData name="Paul Tomasula" userId="0ee49dd3-6337-41df-903e-5c52546189db" providerId="ADAL" clId="{6D14E562-AC57-4BB8-85ED-91BB791E8C42}" dt="2026-04-10T15:40:34.750" v="7481" actId="21"/>
          <ac:spMkLst>
            <pc:docMk/>
            <pc:sldMk cId="266017868" sldId="270"/>
            <ac:spMk id="2" creationId="{A3167543-2B25-BD13-C54D-610470A81E28}"/>
          </ac:spMkLst>
        </pc:spChg>
      </pc:sldChg>
      <pc:sldChg chg="addSp delSp modSp new mod modClrScheme chgLayout">
        <pc:chgData name="Paul Tomasula" userId="0ee49dd3-6337-41df-903e-5c52546189db" providerId="ADAL" clId="{6D14E562-AC57-4BB8-85ED-91BB791E8C42}" dt="2026-04-10T17:48:56.091" v="7907" actId="20577"/>
        <pc:sldMkLst>
          <pc:docMk/>
          <pc:sldMk cId="2305720261" sldId="271"/>
        </pc:sldMkLst>
        <pc:spChg chg="mod">
          <ac:chgData name="Paul Tomasula" userId="0ee49dd3-6337-41df-903e-5c52546189db" providerId="ADAL" clId="{6D14E562-AC57-4BB8-85ED-91BB791E8C42}" dt="2026-04-10T17:48:56.091" v="7907" actId="20577"/>
          <ac:spMkLst>
            <pc:docMk/>
            <pc:sldMk cId="2305720261" sldId="271"/>
            <ac:spMk id="2" creationId="{4C11A31A-A9E5-FEE4-D52E-B87FFFDB8C94}"/>
          </ac:spMkLst>
        </pc:spChg>
        <pc:spChg chg="del">
          <ac:chgData name="Paul Tomasula" userId="0ee49dd3-6337-41df-903e-5c52546189db" providerId="ADAL" clId="{6D14E562-AC57-4BB8-85ED-91BB791E8C42}" dt="2026-04-10T13:40:11.820" v="6585" actId="478"/>
          <ac:spMkLst>
            <pc:docMk/>
            <pc:sldMk cId="2305720261" sldId="271"/>
            <ac:spMk id="3" creationId="{C364874F-F07C-5523-45A3-D3690DE4B7A1}"/>
          </ac:spMkLst>
        </pc:spChg>
        <pc:spChg chg="del">
          <ac:chgData name="Paul Tomasula" userId="0ee49dd3-6337-41df-903e-5c52546189db" providerId="ADAL" clId="{6D14E562-AC57-4BB8-85ED-91BB791E8C42}" dt="2026-04-10T13:40:05.453" v="6583"/>
          <ac:spMkLst>
            <pc:docMk/>
            <pc:sldMk cId="2305720261" sldId="271"/>
            <ac:spMk id="4" creationId="{8DDE2D6D-B86A-6946-A876-34F1C1328693}"/>
          </ac:spMkLst>
        </pc:spChg>
        <pc:spChg chg="add del mod">
          <ac:chgData name="Paul Tomasula" userId="0ee49dd3-6337-41df-903e-5c52546189db" providerId="ADAL" clId="{6D14E562-AC57-4BB8-85ED-91BB791E8C42}" dt="2026-04-10T13:40:15.510" v="6587" actId="26606"/>
          <ac:spMkLst>
            <pc:docMk/>
            <pc:sldMk cId="2305720261" sldId="271"/>
            <ac:spMk id="8" creationId="{9231BAFA-CFF1-3486-D733-649ECA57F314}"/>
          </ac:spMkLst>
        </pc:spChg>
        <pc:spChg chg="add del mod">
          <ac:chgData name="Paul Tomasula" userId="0ee49dd3-6337-41df-903e-5c52546189db" providerId="ADAL" clId="{6D14E562-AC57-4BB8-85ED-91BB791E8C42}" dt="2026-04-10T13:40:17.770" v="6589"/>
          <ac:spMkLst>
            <pc:docMk/>
            <pc:sldMk cId="2305720261" sldId="271"/>
            <ac:spMk id="13" creationId="{81BB5BA0-0585-DE36-77DA-980A65B50E14}"/>
          </ac:spMkLst>
        </pc:spChg>
        <pc:picChg chg="add del mod ord">
          <ac:chgData name="Paul Tomasula" userId="0ee49dd3-6337-41df-903e-5c52546189db" providerId="ADAL" clId="{6D14E562-AC57-4BB8-85ED-91BB791E8C42}" dt="2026-04-10T13:40:12.050" v="6586" actId="478"/>
          <ac:picMkLst>
            <pc:docMk/>
            <pc:sldMk cId="2305720261" sldId="271"/>
            <ac:picMk id="6" creationId="{52859A8D-9983-FD85-224E-C39C52DEAC9C}"/>
          </ac:picMkLst>
        </pc:picChg>
        <pc:picChg chg="add mod ord">
          <ac:chgData name="Paul Tomasula" userId="0ee49dd3-6337-41df-903e-5c52546189db" providerId="ADAL" clId="{6D14E562-AC57-4BB8-85ED-91BB791E8C42}" dt="2026-04-10T13:40:17.770" v="6589"/>
          <ac:picMkLst>
            <pc:docMk/>
            <pc:sldMk cId="2305720261" sldId="271"/>
            <ac:picMk id="10" creationId="{409E6AF5-8BB0-F9A9-22BE-C92FBBC077FD}"/>
          </ac:picMkLst>
        </pc:picChg>
      </pc:sldChg>
      <pc:sldChg chg="new del">
        <pc:chgData name="Paul Tomasula" userId="0ee49dd3-6337-41df-903e-5c52546189db" providerId="ADAL" clId="{6D14E562-AC57-4BB8-85ED-91BB791E8C42}" dt="2026-04-10T15:20:00.279" v="6662" actId="2696"/>
        <pc:sldMkLst>
          <pc:docMk/>
          <pc:sldMk cId="1706695105" sldId="272"/>
        </pc:sldMkLst>
      </pc:sldChg>
      <pc:sldChg chg="modSp new del mod">
        <pc:chgData name="Paul Tomasula" userId="0ee49dd3-6337-41df-903e-5c52546189db" providerId="ADAL" clId="{6D14E562-AC57-4BB8-85ED-91BB791E8C42}" dt="2026-04-10T15:18:46.214" v="6622" actId="2696"/>
        <pc:sldMkLst>
          <pc:docMk/>
          <pc:sldMk cId="3056534159" sldId="273"/>
        </pc:sldMkLst>
        <pc:spChg chg="mod">
          <ac:chgData name="Paul Tomasula" userId="0ee49dd3-6337-41df-903e-5c52546189db" providerId="ADAL" clId="{6D14E562-AC57-4BB8-85ED-91BB791E8C42}" dt="2026-04-10T15:18:37.038" v="6621" actId="20577"/>
          <ac:spMkLst>
            <pc:docMk/>
            <pc:sldMk cId="3056534159" sldId="273"/>
            <ac:spMk id="2" creationId="{1648C51D-242E-1689-83BE-1D4E35B8FF53}"/>
          </ac:spMkLst>
        </pc:spChg>
      </pc:sldChg>
      <pc:sldChg chg="addSp delSp modSp new mod ord modClrScheme chgLayout">
        <pc:chgData name="Paul Tomasula" userId="0ee49dd3-6337-41df-903e-5c52546189db" providerId="ADAL" clId="{6D14E562-AC57-4BB8-85ED-91BB791E8C42}" dt="2026-04-10T13:13:15.849" v="5493" actId="20577"/>
        <pc:sldMkLst>
          <pc:docMk/>
          <pc:sldMk cId="1692738634" sldId="274"/>
        </pc:sldMkLst>
        <pc:spChg chg="del mod ord">
          <ac:chgData name="Paul Tomasula" userId="0ee49dd3-6337-41df-903e-5c52546189db" providerId="ADAL" clId="{6D14E562-AC57-4BB8-85ED-91BB791E8C42}" dt="2026-04-10T13:13:00.793" v="5463" actId="700"/>
          <ac:spMkLst>
            <pc:docMk/>
            <pc:sldMk cId="1692738634" sldId="274"/>
            <ac:spMk id="2" creationId="{5E7E1DD8-C639-B1D1-822A-62F1DDC89D45}"/>
          </ac:spMkLst>
        </pc:spChg>
        <pc:spChg chg="del mod ord">
          <ac:chgData name="Paul Tomasula" userId="0ee49dd3-6337-41df-903e-5c52546189db" providerId="ADAL" clId="{6D14E562-AC57-4BB8-85ED-91BB791E8C42}" dt="2026-04-10T13:13:00.793" v="5463" actId="700"/>
          <ac:spMkLst>
            <pc:docMk/>
            <pc:sldMk cId="1692738634" sldId="274"/>
            <ac:spMk id="3" creationId="{5E5CFE09-46B3-6A01-F22B-B22595DCB2F9}"/>
          </ac:spMkLst>
        </pc:spChg>
        <pc:spChg chg="add mod ord">
          <ac:chgData name="Paul Tomasula" userId="0ee49dd3-6337-41df-903e-5c52546189db" providerId="ADAL" clId="{6D14E562-AC57-4BB8-85ED-91BB791E8C42}" dt="2026-04-10T13:13:06.873" v="5483" actId="20577"/>
          <ac:spMkLst>
            <pc:docMk/>
            <pc:sldMk cId="1692738634" sldId="274"/>
            <ac:spMk id="4" creationId="{469CD16C-783D-7226-12CD-DE759308B1F6}"/>
          </ac:spMkLst>
        </pc:spChg>
        <pc:spChg chg="add mod ord">
          <ac:chgData name="Paul Tomasula" userId="0ee49dd3-6337-41df-903e-5c52546189db" providerId="ADAL" clId="{6D14E562-AC57-4BB8-85ED-91BB791E8C42}" dt="2026-04-10T13:13:15.849" v="5493" actId="20577"/>
          <ac:spMkLst>
            <pc:docMk/>
            <pc:sldMk cId="1692738634" sldId="274"/>
            <ac:spMk id="5" creationId="{A0379EE7-FFC6-268D-C7B6-C0D9CEF24E47}"/>
          </ac:spMkLst>
        </pc:spChg>
      </pc:sldChg>
      <pc:sldChg chg="addSp delSp modSp add mod">
        <pc:chgData name="Paul Tomasula" userId="0ee49dd3-6337-41df-903e-5c52546189db" providerId="ADAL" clId="{6D14E562-AC57-4BB8-85ED-91BB791E8C42}" dt="2026-04-10T17:59:57.133" v="7918" actId="20577"/>
        <pc:sldMkLst>
          <pc:docMk/>
          <pc:sldMk cId="1937158991" sldId="275"/>
        </pc:sldMkLst>
        <pc:spChg chg="mod">
          <ac:chgData name="Paul Tomasula" userId="0ee49dd3-6337-41df-903e-5c52546189db" providerId="ADAL" clId="{6D14E562-AC57-4BB8-85ED-91BB791E8C42}" dt="2026-04-10T17:59:57.133" v="7918" actId="20577"/>
          <ac:spMkLst>
            <pc:docMk/>
            <pc:sldMk cId="1937158991" sldId="275"/>
            <ac:spMk id="2" creationId="{06873EB0-8B34-750F-4E16-F20D8C72AB7C}"/>
          </ac:spMkLst>
        </pc:spChg>
        <pc:spChg chg="add del mod">
          <ac:chgData name="Paul Tomasula" userId="0ee49dd3-6337-41df-903e-5c52546189db" providerId="ADAL" clId="{6D14E562-AC57-4BB8-85ED-91BB791E8C42}" dt="2026-04-10T13:40:42.120" v="6597"/>
          <ac:spMkLst>
            <pc:docMk/>
            <pc:sldMk cId="1937158991" sldId="275"/>
            <ac:spMk id="6" creationId="{1DA01583-F1EA-A174-9376-708784308F13}"/>
          </ac:spMkLst>
        </pc:spChg>
        <pc:picChg chg="add del mod">
          <ac:chgData name="Paul Tomasula" userId="0ee49dd3-6337-41df-903e-5c52546189db" providerId="ADAL" clId="{6D14E562-AC57-4BB8-85ED-91BB791E8C42}" dt="2026-04-10T13:40:40.330" v="6594" actId="931"/>
          <ac:picMkLst>
            <pc:docMk/>
            <pc:sldMk cId="1937158991" sldId="275"/>
            <ac:picMk id="4" creationId="{2DA850F7-DEA8-376D-460C-68F7482C4305}"/>
          </ac:picMkLst>
        </pc:picChg>
        <pc:picChg chg="add mod ord">
          <ac:chgData name="Paul Tomasula" userId="0ee49dd3-6337-41df-903e-5c52546189db" providerId="ADAL" clId="{6D14E562-AC57-4BB8-85ED-91BB791E8C42}" dt="2026-04-10T13:40:42.120" v="6597"/>
          <ac:picMkLst>
            <pc:docMk/>
            <pc:sldMk cId="1937158991" sldId="275"/>
            <ac:picMk id="8" creationId="{CB30FD6B-3D57-C998-E7B6-410CA6A15D60}"/>
          </ac:picMkLst>
        </pc:picChg>
        <pc:picChg chg="del">
          <ac:chgData name="Paul Tomasula" userId="0ee49dd3-6337-41df-903e-5c52546189db" providerId="ADAL" clId="{6D14E562-AC57-4BB8-85ED-91BB791E8C42}" dt="2026-04-10T13:40:41.784" v="6595" actId="478"/>
          <ac:picMkLst>
            <pc:docMk/>
            <pc:sldMk cId="1937158991" sldId="275"/>
            <ac:picMk id="10" creationId="{1A9C72FC-2FFE-5B66-AA1B-C3BF3CD9A03A}"/>
          </ac:picMkLst>
        </pc:picChg>
      </pc:sldChg>
      <pc:sldChg chg="addSp delSp modSp add mod">
        <pc:chgData name="Paul Tomasula" userId="0ee49dd3-6337-41df-903e-5c52546189db" providerId="ADAL" clId="{6D14E562-AC57-4BB8-85ED-91BB791E8C42}" dt="2026-04-10T17:59:54.623" v="7917" actId="20577"/>
        <pc:sldMkLst>
          <pc:docMk/>
          <pc:sldMk cId="617800569" sldId="276"/>
        </pc:sldMkLst>
        <pc:spChg chg="mod">
          <ac:chgData name="Paul Tomasula" userId="0ee49dd3-6337-41df-903e-5c52546189db" providerId="ADAL" clId="{6D14E562-AC57-4BB8-85ED-91BB791E8C42}" dt="2026-04-10T17:59:54.623" v="7917" actId="20577"/>
          <ac:spMkLst>
            <pc:docMk/>
            <pc:sldMk cId="617800569" sldId="276"/>
            <ac:spMk id="2" creationId="{A96AE18F-7FFD-AB24-3DDA-7E9937E27C57}"/>
          </ac:spMkLst>
        </pc:spChg>
        <pc:spChg chg="add del mod">
          <ac:chgData name="Paul Tomasula" userId="0ee49dd3-6337-41df-903e-5c52546189db" providerId="ADAL" clId="{6D14E562-AC57-4BB8-85ED-91BB791E8C42}" dt="2026-04-10T13:40:52.534" v="6601"/>
          <ac:spMkLst>
            <pc:docMk/>
            <pc:sldMk cId="617800569" sldId="276"/>
            <ac:spMk id="4" creationId="{F2CDCBF2-2D7B-A93F-26C0-1A8542B96D0D}"/>
          </ac:spMkLst>
        </pc:spChg>
        <pc:picChg chg="add mod ord">
          <ac:chgData name="Paul Tomasula" userId="0ee49dd3-6337-41df-903e-5c52546189db" providerId="ADAL" clId="{6D14E562-AC57-4BB8-85ED-91BB791E8C42}" dt="2026-04-10T13:40:52.534" v="6601"/>
          <ac:picMkLst>
            <pc:docMk/>
            <pc:sldMk cId="617800569" sldId="276"/>
            <ac:picMk id="6" creationId="{F2A0B9CE-6D12-BAC3-7E9C-06E09EB0AE1C}"/>
          </ac:picMkLst>
        </pc:picChg>
        <pc:picChg chg="del">
          <ac:chgData name="Paul Tomasula" userId="0ee49dd3-6337-41df-903e-5c52546189db" providerId="ADAL" clId="{6D14E562-AC57-4BB8-85ED-91BB791E8C42}" dt="2026-04-10T13:40:52.272" v="6599" actId="478"/>
          <ac:picMkLst>
            <pc:docMk/>
            <pc:sldMk cId="617800569" sldId="276"/>
            <ac:picMk id="8" creationId="{595E8B7C-F627-1FBA-0C90-F5B24B3208C2}"/>
          </ac:picMkLst>
        </pc:picChg>
      </pc:sldChg>
      <pc:sldChg chg="addSp delSp modSp add del mod">
        <pc:chgData name="Paul Tomasula" userId="0ee49dd3-6337-41df-903e-5c52546189db" providerId="ADAL" clId="{6D14E562-AC57-4BB8-85ED-91BB791E8C42}" dt="2026-04-10T18:24:57.358" v="8025" actId="2696"/>
        <pc:sldMkLst>
          <pc:docMk/>
          <pc:sldMk cId="2714696142" sldId="277"/>
        </pc:sldMkLst>
        <pc:spChg chg="mod">
          <ac:chgData name="Paul Tomasula" userId="0ee49dd3-6337-41df-903e-5c52546189db" providerId="ADAL" clId="{6D14E562-AC57-4BB8-85ED-91BB791E8C42}" dt="2026-04-10T17:59:52.446" v="7916" actId="20577"/>
          <ac:spMkLst>
            <pc:docMk/>
            <pc:sldMk cId="2714696142" sldId="277"/>
            <ac:spMk id="2" creationId="{DE786D91-A5D3-FF1F-F7CC-B8D1D22BB1D2}"/>
          </ac:spMkLst>
        </pc:spChg>
        <pc:spChg chg="add del mod">
          <ac:chgData name="Paul Tomasula" userId="0ee49dd3-6337-41df-903e-5c52546189db" providerId="ADAL" clId="{6D14E562-AC57-4BB8-85ED-91BB791E8C42}" dt="2026-04-10T15:19:17.395" v="6648"/>
          <ac:spMkLst>
            <pc:docMk/>
            <pc:sldMk cId="2714696142" sldId="277"/>
            <ac:spMk id="4" creationId="{E7652281-0118-BA25-C443-AEECCDEF15EF}"/>
          </ac:spMkLst>
        </pc:spChg>
        <pc:picChg chg="del">
          <ac:chgData name="Paul Tomasula" userId="0ee49dd3-6337-41df-903e-5c52546189db" providerId="ADAL" clId="{6D14E562-AC57-4BB8-85ED-91BB791E8C42}" dt="2026-04-10T15:19:14.360" v="6646" actId="478"/>
          <ac:picMkLst>
            <pc:docMk/>
            <pc:sldMk cId="2714696142" sldId="277"/>
            <ac:picMk id="6" creationId="{1B02824A-A1F3-A92C-2D92-24194AD93781}"/>
          </ac:picMkLst>
        </pc:picChg>
        <pc:picChg chg="add mod ord">
          <ac:chgData name="Paul Tomasula" userId="0ee49dd3-6337-41df-903e-5c52546189db" providerId="ADAL" clId="{6D14E562-AC57-4BB8-85ED-91BB791E8C42}" dt="2026-04-10T15:19:17.395" v="6648"/>
          <ac:picMkLst>
            <pc:docMk/>
            <pc:sldMk cId="2714696142" sldId="277"/>
            <ac:picMk id="7" creationId="{06F8FB70-76A3-292A-19C4-7ACF2D46F36C}"/>
          </ac:picMkLst>
        </pc:picChg>
      </pc:sldChg>
      <pc:sldChg chg="modSp add mod">
        <pc:chgData name="Paul Tomasula" userId="0ee49dd3-6337-41df-903e-5c52546189db" providerId="ADAL" clId="{6D14E562-AC57-4BB8-85ED-91BB791E8C42}" dt="2026-04-10T17:59:50.996" v="7915" actId="20577"/>
        <pc:sldMkLst>
          <pc:docMk/>
          <pc:sldMk cId="2163612466" sldId="278"/>
        </pc:sldMkLst>
        <pc:spChg chg="mod">
          <ac:chgData name="Paul Tomasula" userId="0ee49dd3-6337-41df-903e-5c52546189db" providerId="ADAL" clId="{6D14E562-AC57-4BB8-85ED-91BB791E8C42}" dt="2026-04-10T17:59:50.996" v="7915" actId="20577"/>
          <ac:spMkLst>
            <pc:docMk/>
            <pc:sldMk cId="2163612466" sldId="278"/>
            <ac:spMk id="2" creationId="{B959F755-54F3-7E77-05CF-5FD5353B43B2}"/>
          </ac:spMkLst>
        </pc:spChg>
      </pc:sldChg>
      <pc:sldChg chg="addSp delSp modSp add mod">
        <pc:chgData name="Paul Tomasula" userId="0ee49dd3-6337-41df-903e-5c52546189db" providerId="ADAL" clId="{6D14E562-AC57-4BB8-85ED-91BB791E8C42}" dt="2026-04-10T17:59:49.643" v="7914" actId="20577"/>
        <pc:sldMkLst>
          <pc:docMk/>
          <pc:sldMk cId="574668174" sldId="279"/>
        </pc:sldMkLst>
        <pc:spChg chg="mod">
          <ac:chgData name="Paul Tomasula" userId="0ee49dd3-6337-41df-903e-5c52546189db" providerId="ADAL" clId="{6D14E562-AC57-4BB8-85ED-91BB791E8C42}" dt="2026-04-10T17:59:49.643" v="7914" actId="20577"/>
          <ac:spMkLst>
            <pc:docMk/>
            <pc:sldMk cId="574668174" sldId="279"/>
            <ac:spMk id="2" creationId="{04F42497-4509-4587-34F4-B32232E96CAD}"/>
          </ac:spMkLst>
        </pc:spChg>
        <pc:spChg chg="add del mod">
          <ac:chgData name="Paul Tomasula" userId="0ee49dd3-6337-41df-903e-5c52546189db" providerId="ADAL" clId="{6D14E562-AC57-4BB8-85ED-91BB791E8C42}" dt="2026-04-10T15:19:29.770" v="6653"/>
          <ac:spMkLst>
            <pc:docMk/>
            <pc:sldMk cId="574668174" sldId="279"/>
            <ac:spMk id="4" creationId="{E2087895-7E22-C3D4-5DE3-B3BB06C39EE9}"/>
          </ac:spMkLst>
        </pc:spChg>
        <pc:picChg chg="add mod ord">
          <ac:chgData name="Paul Tomasula" userId="0ee49dd3-6337-41df-903e-5c52546189db" providerId="ADAL" clId="{6D14E562-AC57-4BB8-85ED-91BB791E8C42}" dt="2026-04-10T15:19:29.770" v="6653"/>
          <ac:picMkLst>
            <pc:docMk/>
            <pc:sldMk cId="574668174" sldId="279"/>
            <ac:picMk id="6" creationId="{88EDFD9E-D431-71FE-DC83-1AFF9D82A383}"/>
          </ac:picMkLst>
        </pc:picChg>
        <pc:picChg chg="del">
          <ac:chgData name="Paul Tomasula" userId="0ee49dd3-6337-41df-903e-5c52546189db" providerId="ADAL" clId="{6D14E562-AC57-4BB8-85ED-91BB791E8C42}" dt="2026-04-10T15:19:29.443" v="6651" actId="478"/>
          <ac:picMkLst>
            <pc:docMk/>
            <pc:sldMk cId="574668174" sldId="279"/>
            <ac:picMk id="7" creationId="{08C2D804-BDAF-306B-4D16-F82A8B2DA744}"/>
          </ac:picMkLst>
        </pc:picChg>
      </pc:sldChg>
      <pc:sldChg chg="addSp delSp modSp add mod">
        <pc:chgData name="Paul Tomasula" userId="0ee49dd3-6337-41df-903e-5c52546189db" providerId="ADAL" clId="{6D14E562-AC57-4BB8-85ED-91BB791E8C42}" dt="2026-04-10T17:59:48.349" v="7913" actId="20577"/>
        <pc:sldMkLst>
          <pc:docMk/>
          <pc:sldMk cId="3208208023" sldId="280"/>
        </pc:sldMkLst>
        <pc:spChg chg="mod">
          <ac:chgData name="Paul Tomasula" userId="0ee49dd3-6337-41df-903e-5c52546189db" providerId="ADAL" clId="{6D14E562-AC57-4BB8-85ED-91BB791E8C42}" dt="2026-04-10T17:59:48.349" v="7913" actId="20577"/>
          <ac:spMkLst>
            <pc:docMk/>
            <pc:sldMk cId="3208208023" sldId="280"/>
            <ac:spMk id="2" creationId="{EBB4EB9F-4A79-CCEE-0875-0B60C7E699C2}"/>
          </ac:spMkLst>
        </pc:spChg>
        <pc:spChg chg="add del mod">
          <ac:chgData name="Paul Tomasula" userId="0ee49dd3-6337-41df-903e-5c52546189db" providerId="ADAL" clId="{6D14E562-AC57-4BB8-85ED-91BB791E8C42}" dt="2026-04-10T15:19:53.888" v="6658"/>
          <ac:spMkLst>
            <pc:docMk/>
            <pc:sldMk cId="3208208023" sldId="280"/>
            <ac:spMk id="4" creationId="{9A8361D1-1895-EC05-E205-472383401BE6}"/>
          </ac:spMkLst>
        </pc:spChg>
        <pc:picChg chg="del">
          <ac:chgData name="Paul Tomasula" userId="0ee49dd3-6337-41df-903e-5c52546189db" providerId="ADAL" clId="{6D14E562-AC57-4BB8-85ED-91BB791E8C42}" dt="2026-04-10T15:19:53.640" v="6656" actId="478"/>
          <ac:picMkLst>
            <pc:docMk/>
            <pc:sldMk cId="3208208023" sldId="280"/>
            <ac:picMk id="6" creationId="{29C4E222-D0DB-D6C4-8FA0-3C5EE0777B60}"/>
          </ac:picMkLst>
        </pc:picChg>
        <pc:picChg chg="add mod ord">
          <ac:chgData name="Paul Tomasula" userId="0ee49dd3-6337-41df-903e-5c52546189db" providerId="ADAL" clId="{6D14E562-AC57-4BB8-85ED-91BB791E8C42}" dt="2026-04-10T15:19:53.888" v="6658"/>
          <ac:picMkLst>
            <pc:docMk/>
            <pc:sldMk cId="3208208023" sldId="280"/>
            <ac:picMk id="7" creationId="{637EE331-1BAC-997B-6918-0169BAA1825D}"/>
          </ac:picMkLst>
        </pc:picChg>
      </pc:sldChg>
      <pc:sldChg chg="addSp delSp modSp new mod">
        <pc:chgData name="Paul Tomasula" userId="0ee49dd3-6337-41df-903e-5c52546189db" providerId="ADAL" clId="{6D14E562-AC57-4BB8-85ED-91BB791E8C42}" dt="2026-04-10T19:54:31.901" v="8058" actId="255"/>
        <pc:sldMkLst>
          <pc:docMk/>
          <pc:sldMk cId="1422966306" sldId="281"/>
        </pc:sldMkLst>
        <pc:spChg chg="mod">
          <ac:chgData name="Paul Tomasula" userId="0ee49dd3-6337-41df-903e-5c52546189db" providerId="ADAL" clId="{6D14E562-AC57-4BB8-85ED-91BB791E8C42}" dt="2026-04-10T18:07:27.264" v="8011" actId="20577"/>
          <ac:spMkLst>
            <pc:docMk/>
            <pc:sldMk cId="1422966306" sldId="281"/>
            <ac:spMk id="2" creationId="{56F65F8A-D1F7-3C5F-B1B8-AC1505D1FAD8}"/>
          </ac:spMkLst>
        </pc:spChg>
        <pc:spChg chg="del">
          <ac:chgData name="Paul Tomasula" userId="0ee49dd3-6337-41df-903e-5c52546189db" providerId="ADAL" clId="{6D14E562-AC57-4BB8-85ED-91BB791E8C42}" dt="2026-04-10T15:37:51.449" v="7399"/>
          <ac:spMkLst>
            <pc:docMk/>
            <pc:sldMk cId="1422966306" sldId="281"/>
            <ac:spMk id="3" creationId="{1E71E608-C047-EB5B-E91D-AA2ED0C134ED}"/>
          </ac:spMkLst>
        </pc:spChg>
        <pc:spChg chg="del">
          <ac:chgData name="Paul Tomasula" userId="0ee49dd3-6337-41df-903e-5c52546189db" providerId="ADAL" clId="{6D14E562-AC57-4BB8-85ED-91BB791E8C42}" dt="2026-04-10T15:37:48.877" v="7397"/>
          <ac:spMkLst>
            <pc:docMk/>
            <pc:sldMk cId="1422966306" sldId="281"/>
            <ac:spMk id="4" creationId="{C7D95689-C157-C7AE-66CF-EEDAF70A3FF6}"/>
          </ac:spMkLst>
        </pc:spChg>
        <pc:spChg chg="add mod">
          <ac:chgData name="Paul Tomasula" userId="0ee49dd3-6337-41df-903e-5c52546189db" providerId="ADAL" clId="{6D14E562-AC57-4BB8-85ED-91BB791E8C42}" dt="2026-04-10T19:54:12.365" v="8050" actId="13926"/>
          <ac:spMkLst>
            <pc:docMk/>
            <pc:sldMk cId="1422966306" sldId="281"/>
            <ac:spMk id="15" creationId="{3AA6249A-859C-CD8E-B059-B52B26BD580A}"/>
          </ac:spMkLst>
        </pc:spChg>
        <pc:spChg chg="add mod">
          <ac:chgData name="Paul Tomasula" userId="0ee49dd3-6337-41df-903e-5c52546189db" providerId="ADAL" clId="{6D14E562-AC57-4BB8-85ED-91BB791E8C42}" dt="2026-04-10T19:54:31.901" v="8058" actId="255"/>
          <ac:spMkLst>
            <pc:docMk/>
            <pc:sldMk cId="1422966306" sldId="281"/>
            <ac:spMk id="16" creationId="{9408459C-06C0-0D7D-4ADD-5FCD37C95F4E}"/>
          </ac:spMkLst>
        </pc:spChg>
        <pc:spChg chg="add mod">
          <ac:chgData name="Paul Tomasula" userId="0ee49dd3-6337-41df-903e-5c52546189db" providerId="ADAL" clId="{6D14E562-AC57-4BB8-85ED-91BB791E8C42}" dt="2026-04-10T19:54:24.096" v="8055" actId="404"/>
          <ac:spMkLst>
            <pc:docMk/>
            <pc:sldMk cId="1422966306" sldId="281"/>
            <ac:spMk id="17" creationId="{C2F28809-9474-5F60-1F69-A35783C32DD8}"/>
          </ac:spMkLst>
        </pc:spChg>
        <pc:picChg chg="add mod ord">
          <ac:chgData name="Paul Tomasula" userId="0ee49dd3-6337-41df-903e-5c52546189db" providerId="ADAL" clId="{6D14E562-AC57-4BB8-85ED-91BB791E8C42}" dt="2026-04-10T15:41:41.873" v="7593" actId="1076"/>
          <ac:picMkLst>
            <pc:docMk/>
            <pc:sldMk cId="1422966306" sldId="281"/>
            <ac:picMk id="6" creationId="{3DF58D62-8482-0F9B-9DC1-C0A2C85522B9}"/>
          </ac:picMkLst>
        </pc:picChg>
        <pc:picChg chg="add mod ord">
          <ac:chgData name="Paul Tomasula" userId="0ee49dd3-6337-41df-903e-5c52546189db" providerId="ADAL" clId="{6D14E562-AC57-4BB8-85ED-91BB791E8C42}" dt="2026-04-10T15:41:41.873" v="7593" actId="1076"/>
          <ac:picMkLst>
            <pc:docMk/>
            <pc:sldMk cId="1422966306" sldId="281"/>
            <ac:picMk id="8" creationId="{6EB3A404-C190-9269-1EB9-C8CFF419654E}"/>
          </ac:picMkLst>
        </pc:picChg>
        <pc:cxnChg chg="add del mod">
          <ac:chgData name="Paul Tomasula" userId="0ee49dd3-6337-41df-903e-5c52546189db" providerId="ADAL" clId="{6D14E562-AC57-4BB8-85ED-91BB791E8C42}" dt="2026-04-10T15:39:02.039" v="7418" actId="478"/>
          <ac:cxnSpMkLst>
            <pc:docMk/>
            <pc:sldMk cId="1422966306" sldId="281"/>
            <ac:cxnSpMk id="10" creationId="{22DCA279-09BC-480C-C685-7C8F90E6E506}"/>
          </ac:cxnSpMkLst>
        </pc:cxnChg>
        <pc:cxnChg chg="add del mod">
          <ac:chgData name="Paul Tomasula" userId="0ee49dd3-6337-41df-903e-5c52546189db" providerId="ADAL" clId="{6D14E562-AC57-4BB8-85ED-91BB791E8C42}" dt="2026-04-10T15:39:04.445" v="7419" actId="478"/>
          <ac:cxnSpMkLst>
            <pc:docMk/>
            <pc:sldMk cId="1422966306" sldId="281"/>
            <ac:cxnSpMk id="11" creationId="{35D4913E-65AD-3D0C-7B81-34F4E3B7843E}"/>
          </ac:cxnSpMkLst>
        </pc:cxnChg>
      </pc:sldChg>
      <pc:sldChg chg="modSp add mod">
        <pc:chgData name="Paul Tomasula" userId="0ee49dd3-6337-41df-903e-5c52546189db" providerId="ADAL" clId="{6D14E562-AC57-4BB8-85ED-91BB791E8C42}" dt="2026-04-10T18:26:14.319" v="8029" actId="6549"/>
        <pc:sldMkLst>
          <pc:docMk/>
          <pc:sldMk cId="1314474209" sldId="282"/>
        </pc:sldMkLst>
        <pc:spChg chg="mod">
          <ac:chgData name="Paul Tomasula" userId="0ee49dd3-6337-41df-903e-5c52546189db" providerId="ADAL" clId="{6D14E562-AC57-4BB8-85ED-91BB791E8C42}" dt="2026-04-10T18:26:14.319" v="8029" actId="6549"/>
          <ac:spMkLst>
            <pc:docMk/>
            <pc:sldMk cId="1314474209" sldId="282"/>
            <ac:spMk id="4" creationId="{F30E9DF7-0AD0-CC6C-E21D-C5C44DEB72D3}"/>
          </ac:spMkLst>
        </pc:spChg>
        <pc:spChg chg="mod">
          <ac:chgData name="Paul Tomasula" userId="0ee49dd3-6337-41df-903e-5c52546189db" providerId="ADAL" clId="{6D14E562-AC57-4BB8-85ED-91BB791E8C42}" dt="2026-04-10T18:04:00.421" v="8004" actId="20577"/>
          <ac:spMkLst>
            <pc:docMk/>
            <pc:sldMk cId="1314474209" sldId="282"/>
            <ac:spMk id="7" creationId="{E65F4E33-35D5-C98B-4F6E-34B8B85F41F0}"/>
          </ac:spMkLst>
        </pc:spChg>
        <pc:spChg chg="mod">
          <ac:chgData name="Paul Tomasula" userId="0ee49dd3-6337-41df-903e-5c52546189db" providerId="ADAL" clId="{6D14E562-AC57-4BB8-85ED-91BB791E8C42}" dt="2026-04-10T18:01:06.885" v="7995" actId="20577"/>
          <ac:spMkLst>
            <pc:docMk/>
            <pc:sldMk cId="1314474209" sldId="282"/>
            <ac:spMk id="8" creationId="{B4354CB7-305E-E78C-EF28-288B184761C8}"/>
          </ac:spMkLst>
        </pc:spChg>
        <pc:spChg chg="mod">
          <ac:chgData name="Paul Tomasula" userId="0ee49dd3-6337-41df-903e-5c52546189db" providerId="ADAL" clId="{6D14E562-AC57-4BB8-85ED-91BB791E8C42}" dt="2026-04-10T18:01:10.175" v="8003" actId="20577"/>
          <ac:spMkLst>
            <pc:docMk/>
            <pc:sldMk cId="1314474209" sldId="282"/>
            <ac:spMk id="9" creationId="{413E70E4-092D-A446-98E2-346C5B429EDF}"/>
          </ac:spMkLst>
        </pc:spChg>
      </pc:sldChg>
    </pc:docChg>
  </pc:docChgLst>
  <pc:docChgLst>
    <pc:chgData name="Anthony Aufdenkampe" userId="3a0f69ae-9d9a-49db-a733-7f382dc3722e" providerId="ADAL" clId="{02EF5AC8-1777-5BCC-8905-E64749B55660}"/>
    <pc:docChg chg="undo custSel modSld">
      <pc:chgData name="Anthony Aufdenkampe" userId="3a0f69ae-9d9a-49db-a733-7f382dc3722e" providerId="ADAL" clId="{02EF5AC8-1777-5BCC-8905-E64749B55660}" dt="2026-04-10T19:00:10.535" v="91" actId="20577"/>
      <pc:docMkLst>
        <pc:docMk/>
      </pc:docMkLst>
      <pc:sldChg chg="modSp mod">
        <pc:chgData name="Anthony Aufdenkampe" userId="3a0f69ae-9d9a-49db-a733-7f382dc3722e" providerId="ADAL" clId="{02EF5AC8-1777-5BCC-8905-E64749B55660}" dt="2026-04-10T18:52:56.810" v="64" actId="20577"/>
        <pc:sldMkLst>
          <pc:docMk/>
          <pc:sldMk cId="3828505705" sldId="257"/>
        </pc:sldMkLst>
        <pc:spChg chg="mod">
          <ac:chgData name="Anthony Aufdenkampe" userId="3a0f69ae-9d9a-49db-a733-7f382dc3722e" providerId="ADAL" clId="{02EF5AC8-1777-5BCC-8905-E64749B55660}" dt="2026-04-10T17:13:13.764" v="39" actId="20577"/>
          <ac:spMkLst>
            <pc:docMk/>
            <pc:sldMk cId="3828505705" sldId="257"/>
            <ac:spMk id="7" creationId="{12EE193F-7E07-46B9-74C2-3D3C44E7EE18}"/>
          </ac:spMkLst>
        </pc:spChg>
        <pc:spChg chg="mod">
          <ac:chgData name="Anthony Aufdenkampe" userId="3a0f69ae-9d9a-49db-a733-7f382dc3722e" providerId="ADAL" clId="{02EF5AC8-1777-5BCC-8905-E64749B55660}" dt="2026-04-10T18:52:56.810" v="64" actId="20577"/>
          <ac:spMkLst>
            <pc:docMk/>
            <pc:sldMk cId="3828505705" sldId="257"/>
            <ac:spMk id="9" creationId="{C3AA94FE-FB34-290E-B07F-289F2A6774B8}"/>
          </ac:spMkLst>
        </pc:spChg>
      </pc:sldChg>
      <pc:sldChg chg="modSp mod">
        <pc:chgData name="Anthony Aufdenkampe" userId="3a0f69ae-9d9a-49db-a733-7f382dc3722e" providerId="ADAL" clId="{02EF5AC8-1777-5BCC-8905-E64749B55660}" dt="2026-04-10T19:00:10.535" v="91" actId="20577"/>
        <pc:sldMkLst>
          <pc:docMk/>
          <pc:sldMk cId="1422966306" sldId="281"/>
        </pc:sldMkLst>
        <pc:spChg chg="mod">
          <ac:chgData name="Anthony Aufdenkampe" userId="3a0f69ae-9d9a-49db-a733-7f382dc3722e" providerId="ADAL" clId="{02EF5AC8-1777-5BCC-8905-E64749B55660}" dt="2026-04-10T19:00:10.535" v="91" actId="20577"/>
          <ac:spMkLst>
            <pc:docMk/>
            <pc:sldMk cId="1422966306" sldId="281"/>
            <ac:spMk id="2" creationId="{56F65F8A-D1F7-3C5F-B1B8-AC1505D1FAD8}"/>
          </ac:spMkLst>
        </pc:spChg>
      </pc:sldChg>
      <pc:sldChg chg="modSp mod">
        <pc:chgData name="Anthony Aufdenkampe" userId="3a0f69ae-9d9a-49db-a733-7f382dc3722e" providerId="ADAL" clId="{02EF5AC8-1777-5BCC-8905-E64749B55660}" dt="2026-04-10T18:56:39.157" v="90" actId="20577"/>
        <pc:sldMkLst>
          <pc:docMk/>
          <pc:sldMk cId="1314474209" sldId="282"/>
        </pc:sldMkLst>
        <pc:spChg chg="mod">
          <ac:chgData name="Anthony Aufdenkampe" userId="3a0f69ae-9d9a-49db-a733-7f382dc3722e" providerId="ADAL" clId="{02EF5AC8-1777-5BCC-8905-E64749B55660}" dt="2026-04-10T17:13:25.414" v="41" actId="20577"/>
          <ac:spMkLst>
            <pc:docMk/>
            <pc:sldMk cId="1314474209" sldId="282"/>
            <ac:spMk id="7" creationId="{E65F4E33-35D5-C98B-4F6E-34B8B85F41F0}"/>
          </ac:spMkLst>
        </pc:spChg>
        <pc:spChg chg="mod">
          <ac:chgData name="Anthony Aufdenkampe" userId="3a0f69ae-9d9a-49db-a733-7f382dc3722e" providerId="ADAL" clId="{02EF5AC8-1777-5BCC-8905-E64749B55660}" dt="2026-04-10T18:56:39.157" v="90" actId="20577"/>
          <ac:spMkLst>
            <pc:docMk/>
            <pc:sldMk cId="1314474209" sldId="282"/>
            <ac:spMk id="9" creationId="{413E70E4-092D-A446-98E2-346C5B429ED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582E5-8FA2-4056-805F-EF36F706689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97862" y="2184059"/>
            <a:ext cx="7233557" cy="832077"/>
          </a:xfrm>
        </p:spPr>
        <p:txBody>
          <a:bodyPr anchor="b">
            <a:normAutofit/>
          </a:bodyPr>
          <a:lstStyle>
            <a:lvl1pPr algn="l">
              <a:defRPr sz="4800" b="1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085D6F-874B-44F8-B241-51EF13CA9C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97862" y="3230600"/>
            <a:ext cx="7233557" cy="365125"/>
          </a:xfrm>
        </p:spPr>
        <p:txBody>
          <a:bodyPr lIns="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E5D2F-535D-4D7C-9BE1-84BFEC7A6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4A2E634-154A-4237-BEBA-7C9217B9373E}" type="datetimeFigureOut">
              <a:rPr lang="en-US" smtClean="0"/>
              <a:t>4/10/2026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4363625-95D4-4DF0-A1AA-D060728EC426}"/>
              </a:ext>
            </a:extLst>
          </p:cNvPr>
          <p:cNvCxnSpPr>
            <a:cxnSpLocks/>
          </p:cNvCxnSpPr>
          <p:nvPr/>
        </p:nvCxnSpPr>
        <p:spPr>
          <a:xfrm>
            <a:off x="4697862" y="4082142"/>
            <a:ext cx="148862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CBCF8A4-C2B4-4945-8D79-C9D46B7FBECB}"/>
              </a:ext>
            </a:extLst>
          </p:cNvPr>
          <p:cNvGrpSpPr/>
          <p:nvPr/>
        </p:nvGrpSpPr>
        <p:grpSpPr>
          <a:xfrm>
            <a:off x="4692403" y="1703909"/>
            <a:ext cx="748798" cy="134113"/>
            <a:chOff x="4827813" y="2534636"/>
            <a:chExt cx="996651" cy="178504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79C2256-8A0F-4625-86F0-FB439F3EAD4E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53CF488-6D31-4B63-A3C6-C4D838C23FCE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32985B6-7260-445A-A580-6993E0DEBFD9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BC682E1-4E5D-4006-81EA-550DD98166E4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0C7F772-E2DA-4B13-AC2E-28A0EE6D84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424363" cy="6858000"/>
          </a:xfrm>
          <a:solidFill>
            <a:schemeClr val="bg2"/>
          </a:solidFill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7953C80-71A5-4AA2-AEAD-21948D1AA6DC}"/>
              </a:ext>
            </a:extLst>
          </p:cNvPr>
          <p:cNvSpPr/>
          <p:nvPr/>
        </p:nvSpPr>
        <p:spPr>
          <a:xfrm>
            <a:off x="8621485" y="4408714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C4582D1-F710-4E2F-9868-CB89116D5932}"/>
              </a:ext>
            </a:extLst>
          </p:cNvPr>
          <p:cNvSpPr/>
          <p:nvPr/>
        </p:nvSpPr>
        <p:spPr>
          <a:xfrm>
            <a:off x="8303078" y="4184310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19111" y="5816996"/>
            <a:ext cx="2468880" cy="526489"/>
          </a:xfrm>
          <a:prstGeom prst="rect">
            <a:avLst/>
          </a:prstGeom>
        </p:spPr>
      </p:pic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FC32B635-1E22-483C-94B9-F587908DE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5826" y="642461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i="1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922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, and 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16441-0F1F-453B-BACF-543CEDE2A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8430" y="1046163"/>
            <a:ext cx="5445369" cy="1114784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C9302-80D9-4A88-8591-DE2D4BA1F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430" y="2506662"/>
            <a:ext cx="5445370" cy="3454523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Clr>
                <a:schemeClr val="tx2"/>
              </a:buCl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00000"/>
              </a:lnSpc>
              <a:buClr>
                <a:schemeClr val="tx2"/>
              </a:buCl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100000"/>
              </a:lnSpc>
              <a:buClr>
                <a:schemeClr val="tx2"/>
              </a:buCl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100000"/>
              </a:lnSpc>
              <a:buClr>
                <a:schemeClr val="tx2"/>
              </a:buCl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100000"/>
              </a:lnSpc>
              <a:buClr>
                <a:schemeClr val="tx2"/>
              </a:buCl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02AABE-45EB-48A5-AD25-47BD8B79DF6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9045" y="0"/>
            <a:ext cx="5210175" cy="6858000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88A4FD-81F4-4588-9E6D-70E57577D8BF}"/>
              </a:ext>
            </a:extLst>
          </p:cNvPr>
          <p:cNvCxnSpPr>
            <a:cxnSpLocks/>
          </p:cNvCxnSpPr>
          <p:nvPr/>
        </p:nvCxnSpPr>
        <p:spPr>
          <a:xfrm>
            <a:off x="5902849" y="2286312"/>
            <a:ext cx="171783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CF1D2ED-7B25-4251-BF07-47FBAA534810}"/>
              </a:ext>
            </a:extLst>
          </p:cNvPr>
          <p:cNvGrpSpPr/>
          <p:nvPr/>
        </p:nvGrpSpPr>
        <p:grpSpPr>
          <a:xfrm>
            <a:off x="11079786" y="421045"/>
            <a:ext cx="748798" cy="134113"/>
            <a:chOff x="4827813" y="2534636"/>
            <a:chExt cx="996651" cy="178504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397537E-DF51-4990-9447-2DAE98ABC683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E99CAB5-81F4-4EA8-8B36-4A70C59861FD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6AADF9A-A507-4453-8CE3-3F78BB303FA4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33AA69F-C4B8-479C-9F0F-69C184D0611F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B45974-F6C7-40D3-9399-E05FA19C565E}"/>
              </a:ext>
            </a:extLst>
          </p:cNvPr>
          <p:cNvCxnSpPr>
            <a:cxnSpLocks/>
          </p:cNvCxnSpPr>
          <p:nvPr/>
        </p:nvCxnSpPr>
        <p:spPr>
          <a:xfrm>
            <a:off x="7731649" y="2286312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FC32B635-1E22-483C-94B9-F587908DE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98870" y="640126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685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, and Three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16441-0F1F-453B-BACF-543CEDE2A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034" y="1046163"/>
            <a:ext cx="5445369" cy="1114784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C9302-80D9-4A88-8591-DE2D4BA1F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286" y="2506662"/>
            <a:ext cx="5445370" cy="3454523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100000"/>
              </a:lnSpc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100000"/>
              </a:lnSpc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100000"/>
              </a:lnSpc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100000"/>
              </a:lnSpc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02AABE-45EB-48A5-AD25-47BD8B79DF6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84866" y="-2527"/>
            <a:ext cx="3430408" cy="4091942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88A4FD-81F4-4588-9E6D-70E57577D8BF}"/>
              </a:ext>
            </a:extLst>
          </p:cNvPr>
          <p:cNvCxnSpPr>
            <a:cxnSpLocks/>
          </p:cNvCxnSpPr>
          <p:nvPr/>
        </p:nvCxnSpPr>
        <p:spPr>
          <a:xfrm>
            <a:off x="317650" y="2286312"/>
            <a:ext cx="171783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CF1D2ED-7B25-4251-BF07-47FBAA534810}"/>
              </a:ext>
            </a:extLst>
          </p:cNvPr>
          <p:cNvGrpSpPr/>
          <p:nvPr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397537E-DF51-4990-9447-2DAE98ABC683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E99CAB5-81F4-4EA8-8B36-4A70C59861FD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6AADF9A-A507-4453-8CE3-3F78BB303FA4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33AA69F-C4B8-479C-9F0F-69C184D0611F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B45974-F6C7-40D3-9399-E05FA19C565E}"/>
              </a:ext>
            </a:extLst>
          </p:cNvPr>
          <p:cNvCxnSpPr>
            <a:cxnSpLocks/>
          </p:cNvCxnSpPr>
          <p:nvPr/>
        </p:nvCxnSpPr>
        <p:spPr>
          <a:xfrm>
            <a:off x="2146450" y="2286312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id="{63A2A33D-4D91-454D-A35B-6DA97069EC3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77420" y="-2526"/>
            <a:ext cx="2514580" cy="4091942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7EC67FB7-777C-473E-95B8-585AA8E6640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4866" y="4160439"/>
            <a:ext cx="6007135" cy="1672075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0312" y="6251341"/>
            <a:ext cx="489493" cy="457200"/>
          </a:xfrm>
          <a:prstGeom prst="rect">
            <a:avLst/>
          </a:prstGeom>
        </p:spPr>
      </p:pic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FC32B635-1E22-483C-94B9-F587908DE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6034" y="638201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909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Imag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44E22-137C-4913-A29E-04F82EA87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794663"/>
            <a:ext cx="10515600" cy="823232"/>
          </a:xfrm>
        </p:spPr>
        <p:txBody>
          <a:bodyPr vert="horz" lIns="91440" tIns="45720" rIns="91440" bIns="45720" rtlCol="0" anchor="b">
            <a:noAutofit/>
          </a:bodyPr>
          <a:lstStyle>
            <a:lvl1pPr algn="ctr">
              <a:defRPr lang="en-IN" sz="3600" b="1" cap="all" baseline="0"/>
            </a:lvl1pPr>
          </a:lstStyle>
          <a:p>
            <a:pPr lvl="0"/>
            <a:r>
              <a:rPr lang="en-US"/>
              <a:t>TITLE HERE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BFC94-FFEC-4290-AC27-760323F21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981739"/>
            <a:ext cx="10515600" cy="1305379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1800" b="0" cap="none" baseline="0" dirty="0" smtClean="0"/>
            </a:lvl1pPr>
          </a:lstStyle>
          <a:p>
            <a:pPr marL="228600" lvl="0" indent="-22860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7389277-B3D3-4AEE-8BE0-0559A73969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713018"/>
          </a:xfrm>
          <a:solidFill>
            <a:schemeClr val="bg1">
              <a:lumMod val="8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44635-8274-49B1-BBEC-354A0872E526}"/>
              </a:ext>
            </a:extLst>
          </p:cNvPr>
          <p:cNvGrpSpPr/>
          <p:nvPr/>
        </p:nvGrpSpPr>
        <p:grpSpPr>
          <a:xfrm>
            <a:off x="5721601" y="4594679"/>
            <a:ext cx="748798" cy="134113"/>
            <a:chOff x="4827813" y="2534636"/>
            <a:chExt cx="996651" cy="178504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754643C-5B30-4FC2-BFAC-4FD007AC9EC7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3FDDB55-6BA5-4489-9E37-4A76254A5CD7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A023CF8-2471-40A5-B2EF-E9BF4DF2C0E1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9B0428F-5D1A-4CD3-BDA2-9CA7F5141455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</p:grp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0312" y="6251341"/>
            <a:ext cx="489493" cy="4572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FC32B635-1E22-483C-94B9-F587908DE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86" y="642167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208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37E7-A574-47D2-9624-D12F475605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4442" y="246186"/>
            <a:ext cx="3206261" cy="1037492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/>
              <a:t>Title here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D9B6D-CE43-4FB1-87C0-D3565E730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80986" y="2426274"/>
            <a:ext cx="3008434" cy="601087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9D73CD-EB11-4ED6-80CF-B68320D57E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80986" y="3097702"/>
            <a:ext cx="3008434" cy="3091961"/>
          </a:xfrm>
        </p:spPr>
        <p:txBody>
          <a:bodyPr lIns="0" tIns="0" rIns="0" bIns="0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6A27954-3A0E-430B-AD48-05A3F3278D70}"/>
              </a:ext>
            </a:extLst>
          </p:cNvPr>
          <p:cNvGrpSpPr/>
          <p:nvPr/>
        </p:nvGrpSpPr>
        <p:grpSpPr>
          <a:xfrm>
            <a:off x="200603" y="1452564"/>
            <a:ext cx="3385227" cy="134113"/>
            <a:chOff x="-24055" y="1452565"/>
            <a:chExt cx="2374534" cy="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9C089FD-3BC7-434F-810A-04F78AFC84D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24055" y="1452565"/>
              <a:ext cx="1717831" cy="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F7AC837-D78F-424C-9FDC-C3A445A5E0B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804745" y="1452565"/>
              <a:ext cx="545734" cy="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831C4EF-58CF-4AEC-9F81-CB38D946A457}"/>
              </a:ext>
            </a:extLst>
          </p:cNvPr>
          <p:cNvCxnSpPr>
            <a:cxnSpLocks/>
          </p:cNvCxnSpPr>
          <p:nvPr/>
        </p:nvCxnSpPr>
        <p:spPr>
          <a:xfrm flipV="1">
            <a:off x="3783850" y="591449"/>
            <a:ext cx="0" cy="5768619"/>
          </a:xfrm>
          <a:prstGeom prst="line">
            <a:avLst/>
          </a:prstGeom>
          <a:ln w="12700">
            <a:solidFill>
              <a:srgbClr val="174A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A09F60F9-61AE-4464-B369-1CF86DB708DA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7870582" y="2426274"/>
            <a:ext cx="3008434" cy="601087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124CEF01-2C7C-4568-8A45-5F5A058ECFC1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7870582" y="3097702"/>
            <a:ext cx="3008434" cy="3091961"/>
          </a:xfrm>
        </p:spPr>
        <p:txBody>
          <a:bodyPr lIns="0" tIns="0" rIns="0" bIns="0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AF86618-E012-4E70-91E3-A72E71C63E6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080986" y="1676296"/>
            <a:ext cx="587932" cy="587932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 Here</a:t>
            </a:r>
            <a:endParaRPr lang="en-IN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4FF378B9-734E-4C43-836C-CB80566DDB1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868008" y="1676296"/>
            <a:ext cx="587932" cy="587932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 Here</a:t>
            </a:r>
            <a:endParaRPr lang="en-IN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6F2CCF2-293A-49CA-B2A9-134BB5DEF98E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4080985" y="480157"/>
            <a:ext cx="6944563" cy="823912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D35CCD2-B73F-944C-B572-7FBFC7DE22E4}"/>
              </a:ext>
            </a:extLst>
          </p:cNvPr>
          <p:cNvGrpSpPr/>
          <p:nvPr/>
        </p:nvGrpSpPr>
        <p:grpSpPr>
          <a:xfrm>
            <a:off x="194442" y="421045"/>
            <a:ext cx="748798" cy="134113"/>
            <a:chOff x="4827813" y="2534636"/>
            <a:chExt cx="996651" cy="178504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D8F78D8-558F-3540-A5F4-B1AD8942B341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3F8F621A-F298-2B48-B7E0-8D9BEE8AA763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C17A3A3B-82AE-0A46-AE32-9B111F975BDB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F206CE3-6B94-C340-8BA3-A2A4E407E499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712D9B6D-CE43-4FB1-87C0-D3565E730242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208296" y="1676296"/>
            <a:ext cx="3008434" cy="601087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Footer Placeholder 4">
            <a:extLst>
              <a:ext uri="{FF2B5EF4-FFF2-40B4-BE49-F238E27FC236}">
                <a16:creationId xmlns:a16="http://schemas.microsoft.com/office/drawing/2014/main" id="{FC32B635-1E22-483C-94B9-F587908DE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1709" y="636006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538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Image Vertical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7389277-B3D3-4AEE-8BE0-0559A73969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16488" y="0"/>
            <a:ext cx="6875511" cy="6858000"/>
          </a:xfrm>
          <a:solidFill>
            <a:schemeClr val="bg1">
              <a:lumMod val="8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36DA47-61AF-4CF1-8DF3-3721934D13E3}"/>
              </a:ext>
            </a:extLst>
          </p:cNvPr>
          <p:cNvSpPr/>
          <p:nvPr/>
        </p:nvSpPr>
        <p:spPr>
          <a:xfrm>
            <a:off x="0" y="0"/>
            <a:ext cx="5316488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6FD760-FBDC-4410-A039-469F7931D3A3}"/>
              </a:ext>
            </a:extLst>
          </p:cNvPr>
          <p:cNvSpPr/>
          <p:nvPr/>
        </p:nvSpPr>
        <p:spPr>
          <a:xfrm>
            <a:off x="831850" y="1723292"/>
            <a:ext cx="5307246" cy="3745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D44E22-137C-4913-A29E-04F82EA87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895" y="1087907"/>
            <a:ext cx="4468698" cy="1444275"/>
          </a:xfrm>
        </p:spPr>
        <p:txBody>
          <a:bodyPr vert="horz" lIns="91440" tIns="792000" rIns="91440" bIns="45720" rtlCol="0" anchor="t">
            <a:noAutofit/>
          </a:bodyPr>
          <a:lstStyle>
            <a:lvl1pPr algn="l">
              <a:defRPr lang="en-IN" sz="3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 HERE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BFC94-FFEC-4290-AC27-760323F21BA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8711" y="2552611"/>
            <a:ext cx="4097778" cy="1992819"/>
          </a:xfrm>
        </p:spPr>
        <p:txBody>
          <a:bodyPr vert="horz" lIns="91440" tIns="45720" rIns="91440" bIns="45720"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800" b="0" cap="none" baseline="0" dirty="0" smtClean="0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/>
              <a:t>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93E40EC-FFAE-4BC0-932E-60CC9A1785C0}"/>
              </a:ext>
            </a:extLst>
          </p:cNvPr>
          <p:cNvCxnSpPr>
            <a:cxnSpLocks/>
          </p:cNvCxnSpPr>
          <p:nvPr/>
        </p:nvCxnSpPr>
        <p:spPr>
          <a:xfrm>
            <a:off x="454991" y="1620451"/>
            <a:ext cx="1488621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5F2EA84-5150-479B-86D5-F4BAE1263488}"/>
              </a:ext>
            </a:extLst>
          </p:cNvPr>
          <p:cNvGrpSpPr/>
          <p:nvPr/>
        </p:nvGrpSpPr>
        <p:grpSpPr>
          <a:xfrm flipH="1">
            <a:off x="1130928" y="4803540"/>
            <a:ext cx="3616779" cy="3522776"/>
            <a:chOff x="2555621" y="3917613"/>
            <a:chExt cx="3616779" cy="352277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0699C4B-8D8E-47E2-A0C5-D71C25ABAC72}"/>
                </a:ext>
              </a:extLst>
            </p:cNvPr>
            <p:cNvSpPr/>
            <p:nvPr userDrawn="1"/>
          </p:nvSpPr>
          <p:spPr>
            <a:xfrm>
              <a:off x="2874028" y="4142017"/>
              <a:ext cx="3298372" cy="3298372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F607AB9-31A7-4B79-9AFE-0DFDB792E20C}"/>
                </a:ext>
              </a:extLst>
            </p:cNvPr>
            <p:cNvSpPr/>
            <p:nvPr userDrawn="1"/>
          </p:nvSpPr>
          <p:spPr>
            <a:xfrm>
              <a:off x="2555621" y="3917613"/>
              <a:ext cx="1268186" cy="1268186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FC32B635-1E22-483C-94B9-F587908DE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995385" y="64024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848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alf Image Vertical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7389277-B3D3-4AEE-8BE0-0559A73969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16488" y="0"/>
            <a:ext cx="6875511" cy="6858000"/>
          </a:xfrm>
          <a:solidFill>
            <a:schemeClr val="bg1">
              <a:lumMod val="8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36DA47-61AF-4CF1-8DF3-3721934D13E3}"/>
              </a:ext>
            </a:extLst>
          </p:cNvPr>
          <p:cNvSpPr/>
          <p:nvPr/>
        </p:nvSpPr>
        <p:spPr>
          <a:xfrm>
            <a:off x="0" y="0"/>
            <a:ext cx="5316488" cy="6857999"/>
          </a:xfrm>
          <a:prstGeom prst="rect">
            <a:avLst/>
          </a:prstGeom>
          <a:solidFill>
            <a:srgbClr val="56A0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6FD760-FBDC-4410-A039-469F7931D3A3}"/>
              </a:ext>
            </a:extLst>
          </p:cNvPr>
          <p:cNvSpPr/>
          <p:nvPr/>
        </p:nvSpPr>
        <p:spPr>
          <a:xfrm>
            <a:off x="831850" y="1723292"/>
            <a:ext cx="5307246" cy="3745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D44E22-137C-4913-A29E-04F82EA87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895" y="1087907"/>
            <a:ext cx="4468698" cy="1444275"/>
          </a:xfrm>
        </p:spPr>
        <p:txBody>
          <a:bodyPr vert="horz" lIns="91440" tIns="792000" rIns="91440" bIns="45720" rtlCol="0" anchor="t">
            <a:noAutofit/>
          </a:bodyPr>
          <a:lstStyle>
            <a:lvl1pPr algn="l">
              <a:defRPr lang="en-IN" sz="3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 HERE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BFC94-FFEC-4290-AC27-760323F21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711" y="2552611"/>
            <a:ext cx="4097778" cy="1992819"/>
          </a:xfrm>
        </p:spPr>
        <p:txBody>
          <a:bodyPr vert="horz" lIns="91440" tIns="45720" rIns="91440" bIns="45720"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800" b="0" cap="none" baseline="0" dirty="0" smtClean="0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93E40EC-FFAE-4BC0-932E-60CC9A1785C0}"/>
              </a:ext>
            </a:extLst>
          </p:cNvPr>
          <p:cNvCxnSpPr>
            <a:cxnSpLocks/>
          </p:cNvCxnSpPr>
          <p:nvPr/>
        </p:nvCxnSpPr>
        <p:spPr>
          <a:xfrm>
            <a:off x="454991" y="1620451"/>
            <a:ext cx="1488621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5F2EA84-5150-479B-86D5-F4BAE1263488}"/>
              </a:ext>
            </a:extLst>
          </p:cNvPr>
          <p:cNvGrpSpPr/>
          <p:nvPr/>
        </p:nvGrpSpPr>
        <p:grpSpPr>
          <a:xfrm flipH="1">
            <a:off x="1130928" y="4803540"/>
            <a:ext cx="3616779" cy="3522776"/>
            <a:chOff x="2555621" y="3917613"/>
            <a:chExt cx="3616779" cy="352277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0699C4B-8D8E-47E2-A0C5-D71C25ABAC72}"/>
                </a:ext>
              </a:extLst>
            </p:cNvPr>
            <p:cNvSpPr/>
            <p:nvPr userDrawn="1"/>
          </p:nvSpPr>
          <p:spPr>
            <a:xfrm>
              <a:off x="2874028" y="4142017"/>
              <a:ext cx="3298372" cy="3298372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F607AB9-31A7-4B79-9AFE-0DFDB792E20C}"/>
                </a:ext>
              </a:extLst>
            </p:cNvPr>
            <p:cNvSpPr/>
            <p:nvPr userDrawn="1"/>
          </p:nvSpPr>
          <p:spPr>
            <a:xfrm>
              <a:off x="2555621" y="3917613"/>
              <a:ext cx="1268186" cy="1268186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FC32B635-1E22-483C-94B9-F587908DE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924805" y="64024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954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CABAC-B403-4354-A27F-4C38B08C1D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9194" y="1946975"/>
            <a:ext cx="6556248" cy="750278"/>
          </a:xfrm>
        </p:spPr>
        <p:txBody>
          <a:bodyPr/>
          <a:lstStyle>
            <a:lvl1pPr>
              <a:defRPr lang="en-US" sz="4800" b="1" kern="1200" cap="all" baseline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E5D2F-535D-4D7C-9BE1-84BFEC7A6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4A2E634-154A-4237-BEBA-7C9217B9373E}" type="datetimeFigureOut">
              <a:rPr lang="en-US" smtClean="0"/>
              <a:t>4/10/2026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4363625-95D4-4DF0-A1AA-D060728EC426}"/>
              </a:ext>
            </a:extLst>
          </p:cNvPr>
          <p:cNvCxnSpPr>
            <a:cxnSpLocks/>
          </p:cNvCxnSpPr>
          <p:nvPr/>
        </p:nvCxnSpPr>
        <p:spPr>
          <a:xfrm>
            <a:off x="4678616" y="2931067"/>
            <a:ext cx="148862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0C7F772-E2DA-4B13-AC2E-28A0EE6D84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424363" cy="6858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31AD270F-1692-4526-B979-6B5945A20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2578" y="3296970"/>
            <a:ext cx="3640478" cy="433938"/>
          </a:xfrm>
        </p:spPr>
        <p:txBody>
          <a:bodyPr>
            <a:normAutofit/>
          </a:bodyPr>
          <a:lstStyle>
            <a:lvl1pPr marL="0" indent="0" algn="l">
              <a:buNone/>
              <a:defRPr sz="18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39" name="Content Placeholder 38">
            <a:extLst>
              <a:ext uri="{FF2B5EF4-FFF2-40B4-BE49-F238E27FC236}">
                <a16:creationId xmlns:a16="http://schemas.microsoft.com/office/drawing/2014/main" id="{382940E6-7963-411F-B35A-57121171A98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54383" y="4006881"/>
            <a:ext cx="3638674" cy="45393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b="0" cap="none" baseline="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2000" dirty="0" smtClean="0"/>
            </a:lvl2pPr>
            <a:lvl3pPr>
              <a:defRPr lang="en-US" sz="1800" dirty="0" smtClean="0"/>
            </a:lvl3pPr>
            <a:lvl4pPr>
              <a:defRPr lang="en-US" sz="1600" dirty="0" smtClean="0"/>
            </a:lvl4pPr>
            <a:lvl5pPr>
              <a:defRPr lang="en-IN" sz="16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F8FC2D7-B114-3444-8684-995FC4D6D459}"/>
              </a:ext>
            </a:extLst>
          </p:cNvPr>
          <p:cNvGrpSpPr/>
          <p:nvPr/>
        </p:nvGrpSpPr>
        <p:grpSpPr>
          <a:xfrm>
            <a:off x="4677965" y="1645846"/>
            <a:ext cx="748798" cy="134113"/>
            <a:chOff x="4827813" y="2534636"/>
            <a:chExt cx="996651" cy="178504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EE45073-ED8E-0544-85FA-9AF5A478417E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8BAF06E-A8A8-484C-8F6C-E42EDC46BBCB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86EB62D-13C7-6E43-9D98-B706D2B9ADDF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5CF3453-ED5A-024D-8815-C08EFA13D1A6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FC32B635-1E22-483C-94B9-F587908DE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253" y="63785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192502-05B5-1EF2-7C94-C650525FFC4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12074" y="5891088"/>
            <a:ext cx="2468880" cy="526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695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582E5-8FA2-4056-805F-EF36F706689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6300" y="2682482"/>
            <a:ext cx="7233557" cy="832077"/>
          </a:xfrm>
        </p:spPr>
        <p:txBody>
          <a:bodyPr anchor="b">
            <a:normAutofit/>
          </a:bodyPr>
          <a:lstStyle>
            <a:lvl1pPr algn="l">
              <a:defRPr sz="4800" b="1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085D6F-874B-44F8-B241-51EF13CA9C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9617" y="3618706"/>
            <a:ext cx="7233557" cy="365125"/>
          </a:xfrm>
        </p:spPr>
        <p:txBody>
          <a:bodyPr lIns="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E5D2F-535D-4D7C-9BE1-84BFEC7A6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4A2E634-154A-4237-BEBA-7C9217B9373E}" type="datetimeFigureOut">
              <a:rPr lang="en-US" smtClean="0"/>
              <a:t>4/10/2026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4363625-95D4-4DF0-A1AA-D060728EC426}"/>
              </a:ext>
            </a:extLst>
          </p:cNvPr>
          <p:cNvCxnSpPr>
            <a:cxnSpLocks/>
          </p:cNvCxnSpPr>
          <p:nvPr/>
        </p:nvCxnSpPr>
        <p:spPr>
          <a:xfrm>
            <a:off x="4736372" y="4111020"/>
            <a:ext cx="148862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CBCF8A4-C2B4-4945-8D79-C9D46B7FBECB}"/>
              </a:ext>
            </a:extLst>
          </p:cNvPr>
          <p:cNvGrpSpPr/>
          <p:nvPr/>
        </p:nvGrpSpPr>
        <p:grpSpPr>
          <a:xfrm>
            <a:off x="4740531" y="2475187"/>
            <a:ext cx="748798" cy="134113"/>
            <a:chOff x="4827813" y="2534636"/>
            <a:chExt cx="996651" cy="178504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79C2256-8A0F-4625-86F0-FB439F3EAD4E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53CF488-6D31-4B63-A3C6-C4D838C23FCE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32985B6-7260-445A-A580-6993E0DEBFD9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BC682E1-4E5D-4006-81EA-550DD98166E4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47953C80-71A5-4AA2-AEAD-21948D1AA6DC}"/>
              </a:ext>
            </a:extLst>
          </p:cNvPr>
          <p:cNvSpPr/>
          <p:nvPr/>
        </p:nvSpPr>
        <p:spPr>
          <a:xfrm>
            <a:off x="8621485" y="4408714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C4582D1-F710-4E2F-9868-CB89116D5932}"/>
              </a:ext>
            </a:extLst>
          </p:cNvPr>
          <p:cNvSpPr/>
          <p:nvPr/>
        </p:nvSpPr>
        <p:spPr>
          <a:xfrm>
            <a:off x="8303078" y="4184310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F8A1A8-E078-4836-ABD1-CD4E75BBF58F}"/>
              </a:ext>
            </a:extLst>
          </p:cNvPr>
          <p:cNvSpPr/>
          <p:nvPr/>
        </p:nvSpPr>
        <p:spPr>
          <a:xfrm>
            <a:off x="0" y="0"/>
            <a:ext cx="4424363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FC32B635-1E22-483C-94B9-F587908DE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018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CF1D2ED-7B25-4251-BF07-47FBAA534810}"/>
              </a:ext>
            </a:extLst>
          </p:cNvPr>
          <p:cNvGrpSpPr/>
          <p:nvPr/>
        </p:nvGrpSpPr>
        <p:grpSpPr>
          <a:xfrm>
            <a:off x="11079786" y="421045"/>
            <a:ext cx="748798" cy="134113"/>
            <a:chOff x="4827813" y="2534636"/>
            <a:chExt cx="996651" cy="178504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397537E-DF51-4990-9447-2DAE98ABC683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E99CAB5-81F4-4EA8-8B36-4A70C59861FD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6AADF9A-A507-4453-8CE3-3F78BB303FA4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33AA69F-C4B8-479C-9F0F-69C184D0611F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725921A-0ED5-431E-899C-28A6920B5029}"/>
              </a:ext>
            </a:extLst>
          </p:cNvPr>
          <p:cNvSpPr/>
          <p:nvPr/>
        </p:nvSpPr>
        <p:spPr>
          <a:xfrm>
            <a:off x="10039330" y="896815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E8B169A-8A2F-4425-A9A1-1B828428B434}"/>
              </a:ext>
            </a:extLst>
          </p:cNvPr>
          <p:cNvSpPr/>
          <p:nvPr/>
        </p:nvSpPr>
        <p:spPr>
          <a:xfrm>
            <a:off x="9720923" y="672411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55704E-D515-4774-90C6-5F887DDAE55E}"/>
              </a:ext>
            </a:extLst>
          </p:cNvPr>
          <p:cNvSpPr/>
          <p:nvPr/>
        </p:nvSpPr>
        <p:spPr>
          <a:xfrm>
            <a:off x="469044" y="0"/>
            <a:ext cx="5210176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4878778-0299-471F-A4C9-D0C1E82ED8D2}"/>
              </a:ext>
            </a:extLst>
          </p:cNvPr>
          <p:cNvCxnSpPr>
            <a:cxnSpLocks/>
          </p:cNvCxnSpPr>
          <p:nvPr/>
        </p:nvCxnSpPr>
        <p:spPr>
          <a:xfrm>
            <a:off x="921844" y="1290512"/>
            <a:ext cx="1488621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E39D1C78-6110-4052-8455-7E7893F7F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466" y="1276857"/>
            <a:ext cx="4097778" cy="1255325"/>
          </a:xfrm>
        </p:spPr>
        <p:txBody>
          <a:bodyPr/>
          <a:lstStyle>
            <a:lvl1pPr>
              <a:defRPr lang="en-US" sz="3600" b="1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3405997-7AE2-4C6E-8A7D-735F58A49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5467" y="2620651"/>
            <a:ext cx="4097778" cy="1933681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b="0" cap="none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00000"/>
              </a:lnSpc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FC32B635-1E22-483C-94B9-F587908DE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809296" y="63767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30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CF1D2ED-7B25-4251-BF07-47FBAA534810}"/>
              </a:ext>
            </a:extLst>
          </p:cNvPr>
          <p:cNvGrpSpPr/>
          <p:nvPr/>
        </p:nvGrpSpPr>
        <p:grpSpPr>
          <a:xfrm>
            <a:off x="11079786" y="421045"/>
            <a:ext cx="748798" cy="134113"/>
            <a:chOff x="4827813" y="2534636"/>
            <a:chExt cx="996651" cy="178504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397537E-DF51-4990-9447-2DAE98ABC683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E99CAB5-81F4-4EA8-8B36-4A70C59861FD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6AADF9A-A507-4453-8CE3-3F78BB303FA4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33AA69F-C4B8-479C-9F0F-69C184D0611F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725921A-0ED5-431E-899C-28A6920B5029}"/>
              </a:ext>
            </a:extLst>
          </p:cNvPr>
          <p:cNvSpPr/>
          <p:nvPr/>
        </p:nvSpPr>
        <p:spPr>
          <a:xfrm>
            <a:off x="10039330" y="896815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E8B169A-8A2F-4425-A9A1-1B828428B434}"/>
              </a:ext>
            </a:extLst>
          </p:cNvPr>
          <p:cNvSpPr/>
          <p:nvPr/>
        </p:nvSpPr>
        <p:spPr>
          <a:xfrm>
            <a:off x="9720923" y="672411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55704E-D515-4774-90C6-5F887DDAE55E}"/>
              </a:ext>
            </a:extLst>
          </p:cNvPr>
          <p:cNvSpPr/>
          <p:nvPr/>
        </p:nvSpPr>
        <p:spPr>
          <a:xfrm>
            <a:off x="469044" y="0"/>
            <a:ext cx="5210176" cy="6857999"/>
          </a:xfrm>
          <a:prstGeom prst="rect">
            <a:avLst/>
          </a:prstGeom>
          <a:solidFill>
            <a:srgbClr val="56A0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4878778-0299-471F-A4C9-D0C1E82ED8D2}"/>
              </a:ext>
            </a:extLst>
          </p:cNvPr>
          <p:cNvCxnSpPr>
            <a:cxnSpLocks/>
          </p:cNvCxnSpPr>
          <p:nvPr/>
        </p:nvCxnSpPr>
        <p:spPr>
          <a:xfrm>
            <a:off x="921844" y="1290512"/>
            <a:ext cx="1488621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E39D1C78-6110-4052-8455-7E7893F7F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466" y="1276857"/>
            <a:ext cx="4097778" cy="1255325"/>
          </a:xfrm>
        </p:spPr>
        <p:txBody>
          <a:bodyPr/>
          <a:lstStyle>
            <a:lvl1pPr>
              <a:defRPr lang="en-US" sz="3600" b="1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3405997-7AE2-4C6E-8A7D-735F58A49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5467" y="2620651"/>
            <a:ext cx="4097778" cy="1933681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b="0" cap="none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00000"/>
              </a:lnSpc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FC32B635-1E22-483C-94B9-F587908DE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802880" y="638958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0745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EC7CCE55-AF4E-4245-BFBC-DEC36E1D4A47}"/>
              </a:ext>
            </a:extLst>
          </p:cNvPr>
          <p:cNvGrpSpPr/>
          <p:nvPr/>
        </p:nvGrpSpPr>
        <p:grpSpPr>
          <a:xfrm>
            <a:off x="327444" y="403402"/>
            <a:ext cx="748798" cy="134113"/>
            <a:chOff x="4827813" y="2534636"/>
            <a:chExt cx="996651" cy="178504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13A9D50-C6EA-F04C-BB84-891959D759F9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790B908-BCFE-FA4B-B5E3-36C62E088DE9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96D4A9D-D054-044B-8920-BE06A68ED267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43643B7-9DFD-8C46-881C-69B3D67CA91A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E814D66-F00F-0D44-AD03-889FEE787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416" y="1825625"/>
            <a:ext cx="114651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000"/>
            </a:lvl1pPr>
            <a:lvl2pPr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9B990C-5D9C-4A90-AC73-5889BC9F75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1932" y="347482"/>
            <a:ext cx="11465168" cy="9185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4C85E5F-5B5E-48CC-8469-0263621D91FF}"/>
              </a:ext>
            </a:extLst>
          </p:cNvPr>
          <p:cNvSpPr/>
          <p:nvPr/>
        </p:nvSpPr>
        <p:spPr>
          <a:xfrm>
            <a:off x="10107914" y="5208814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5" name="Group 24"/>
          <p:cNvGrpSpPr/>
          <p:nvPr/>
        </p:nvGrpSpPr>
        <p:grpSpPr>
          <a:xfrm>
            <a:off x="327444" y="1437182"/>
            <a:ext cx="11858313" cy="15383"/>
            <a:chOff x="229786" y="1437182"/>
            <a:chExt cx="11858313" cy="15383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089FD-3BC7-434F-810A-04F78AFC84D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9786" y="1452565"/>
              <a:ext cx="1717831" cy="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F7AC837-D78F-424C-9FDC-C3A445A5E0B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044462" y="1452565"/>
              <a:ext cx="545734" cy="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831C4EF-58CF-4AEC-9F81-CB38D946A4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2669779" y="1437182"/>
              <a:ext cx="9418320" cy="15383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FC32B635-1E22-483C-94B9-F587908DE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416" y="636745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83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37E7-A574-47D2-9624-D12F47560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444" y="228543"/>
            <a:ext cx="11465168" cy="1037492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C7CCE55-AF4E-4245-BFBC-DEC36E1D4A47}"/>
              </a:ext>
            </a:extLst>
          </p:cNvPr>
          <p:cNvGrpSpPr/>
          <p:nvPr/>
        </p:nvGrpSpPr>
        <p:grpSpPr>
          <a:xfrm>
            <a:off x="327444" y="403402"/>
            <a:ext cx="748798" cy="134113"/>
            <a:chOff x="4827813" y="2534636"/>
            <a:chExt cx="996651" cy="178504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13A9D50-C6EA-F04C-BB84-891959D759F9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790B908-BCFE-FA4B-B5E3-36C62E088DE9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96D4A9D-D054-044B-8920-BE06A68ED267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43643B7-9DFD-8C46-881C-69B3D67CA91A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6E22FA8C-3243-4716-A6BD-F37D6058FB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7381" y="1825625"/>
            <a:ext cx="548120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ABE3FD8-339C-4F75-876F-8347ADE67E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3416" y="1825625"/>
            <a:ext cx="548120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327444" y="1437182"/>
            <a:ext cx="11858313" cy="15383"/>
            <a:chOff x="229786" y="1437182"/>
            <a:chExt cx="11858313" cy="15383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9C089FD-3BC7-434F-810A-04F78AFC84D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9786" y="1452565"/>
              <a:ext cx="1717831" cy="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7AC837-D78F-424C-9FDC-C3A445A5E0B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044462" y="1452565"/>
              <a:ext cx="545734" cy="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831C4EF-58CF-4AEC-9F81-CB38D946A4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2669779" y="1437182"/>
              <a:ext cx="9418320" cy="15383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FC32B635-1E22-483C-94B9-F587908DE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4379" y="640136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038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37E7-A574-47D2-9624-D12F47560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900" y="246186"/>
            <a:ext cx="11465168" cy="1037492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C7CCE55-AF4E-4245-BFBC-DEC36E1D4A47}"/>
              </a:ext>
            </a:extLst>
          </p:cNvPr>
          <p:cNvGrpSpPr/>
          <p:nvPr/>
        </p:nvGrpSpPr>
        <p:grpSpPr>
          <a:xfrm>
            <a:off x="332656" y="421045"/>
            <a:ext cx="748798" cy="134113"/>
            <a:chOff x="4827813" y="2534636"/>
            <a:chExt cx="996651" cy="178504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13A9D50-C6EA-F04C-BB84-891959D759F9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790B908-BCFE-FA4B-B5E3-36C62E088DE9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96D4A9D-D054-044B-8920-BE06A68ED267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43643B7-9DFD-8C46-881C-69B3D67CA91A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9F73353B-C50B-4A8A-87CF-657C1EB894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7380" y="1681163"/>
            <a:ext cx="548120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5EFF7F5E-3221-4390-9B17-D1944365BF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7379" y="2586215"/>
            <a:ext cx="5481203" cy="3603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9506B516-77C1-431B-A8A5-68FA5D4B6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3416" y="1681163"/>
            <a:ext cx="54812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860F1452-CAB9-4154-ADCC-9245E71D0D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3416" y="2586215"/>
            <a:ext cx="5481202" cy="3603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FC32B635-1E22-483C-94B9-F587908DE6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713782" y="641406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173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44E22-137C-4913-A29E-04F82EA87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794663"/>
            <a:ext cx="10515600" cy="823232"/>
          </a:xfrm>
        </p:spPr>
        <p:txBody>
          <a:bodyPr vert="horz" lIns="91440" tIns="45720" rIns="91440" bIns="45720" rtlCol="0" anchor="b">
            <a:noAutofit/>
          </a:bodyPr>
          <a:lstStyle>
            <a:lvl1pPr algn="ctr">
              <a:defRPr lang="en-IN" sz="3600" b="1" cap="all" baseline="0"/>
            </a:lvl1pPr>
          </a:lstStyle>
          <a:p>
            <a:pPr lvl="0"/>
            <a:r>
              <a:rPr lang="en-US"/>
              <a:t>TITLE HERE</a:t>
            </a:r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44635-8274-49B1-BBEC-354A0872E526}"/>
              </a:ext>
            </a:extLst>
          </p:cNvPr>
          <p:cNvGrpSpPr/>
          <p:nvPr/>
        </p:nvGrpSpPr>
        <p:grpSpPr>
          <a:xfrm>
            <a:off x="5721601" y="4594679"/>
            <a:ext cx="748798" cy="134113"/>
            <a:chOff x="4827813" y="2534636"/>
            <a:chExt cx="996651" cy="178504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754643C-5B30-4FC2-BFAC-4FD007AC9EC7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3FDDB55-6BA5-4489-9E37-4A76254A5CD7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A023CF8-2471-40A5-B2EF-E9BF4DF2C0E1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9B0428F-5D1A-4CD3-BDA2-9CA7F5141455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6E0573A-023B-4D1C-8224-56A5D0DDF3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4839679"/>
            <a:ext cx="10507662" cy="1305379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en-US" b="0" cap="none" baseline="0"/>
            </a:lvl1pPr>
          </a:lstStyle>
          <a:p>
            <a:pPr marL="228600" lvl="0" indent="-228600" algn="ctr">
              <a:lnSpc>
                <a:spcPct val="10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12087456-C0E8-4AA6-81E8-996CEC037E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1"/>
            <a:ext cx="12192000" cy="3713017"/>
          </a:xfr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0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C32B635-1E22-483C-94B9-F587908DE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995385" y="64024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8656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37E7-A574-47D2-9624-D12F475605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7726" y="246186"/>
            <a:ext cx="3206261" cy="1037492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/>
              <a:t>Title here</a:t>
            </a:r>
            <a:endParaRPr lang="en-I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6A27954-3A0E-430B-AD48-05A3F3278D70}"/>
              </a:ext>
            </a:extLst>
          </p:cNvPr>
          <p:cNvGrpSpPr/>
          <p:nvPr/>
        </p:nvGrpSpPr>
        <p:grpSpPr>
          <a:xfrm>
            <a:off x="278966" y="1452564"/>
            <a:ext cx="3385227" cy="134113"/>
            <a:chOff x="-24055" y="1452565"/>
            <a:chExt cx="2374534" cy="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9C089FD-3BC7-434F-810A-04F78AFC84D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24055" y="1452565"/>
              <a:ext cx="1717831" cy="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F7AC837-D78F-424C-9FDC-C3A445A5E0B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804745" y="1452565"/>
              <a:ext cx="545734" cy="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3F366940-FB5E-4B76-8829-80C14F137B3A}"/>
              </a:ext>
            </a:extLst>
          </p:cNvPr>
          <p:cNvSpPr/>
          <p:nvPr/>
        </p:nvSpPr>
        <p:spPr>
          <a:xfrm>
            <a:off x="10542814" y="-75262"/>
            <a:ext cx="3298372" cy="3298372"/>
          </a:xfrm>
          <a:prstGeom prst="ellipse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5486FFB-46EF-4E74-BFFF-7ED054DB0D9C}"/>
              </a:ext>
            </a:extLst>
          </p:cNvPr>
          <p:cNvSpPr/>
          <p:nvPr/>
        </p:nvSpPr>
        <p:spPr>
          <a:xfrm>
            <a:off x="10224407" y="-299666"/>
            <a:ext cx="1268186" cy="1268186"/>
          </a:xfrm>
          <a:prstGeom prst="ellipse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D35CCD2-B73F-944C-B572-7FBFC7DE22E4}"/>
              </a:ext>
            </a:extLst>
          </p:cNvPr>
          <p:cNvGrpSpPr/>
          <p:nvPr/>
        </p:nvGrpSpPr>
        <p:grpSpPr>
          <a:xfrm>
            <a:off x="262408" y="421045"/>
            <a:ext cx="748798" cy="134113"/>
            <a:chOff x="4827813" y="2534636"/>
            <a:chExt cx="996651" cy="178504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D8F78D8-558F-3540-A5F4-B1AD8942B341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3F8F621A-F298-2B48-B7E0-8D9BEE8AA763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C17A3A3B-82AE-0A46-AE32-9B111F975BDB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F206CE3-6B94-C340-8BA3-A2A4E407E499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1B247C0B-04BA-4D5C-A41D-AEA602172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38338" y="2049463"/>
            <a:ext cx="3206261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194C619D-34F6-4A29-857A-D76007218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8906" y="2049463"/>
            <a:ext cx="6792266" cy="3811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31C4EF-58CF-4AEC-9F81-CB38D946A457}"/>
              </a:ext>
            </a:extLst>
          </p:cNvPr>
          <p:cNvCxnSpPr>
            <a:cxnSpLocks/>
          </p:cNvCxnSpPr>
          <p:nvPr/>
        </p:nvCxnSpPr>
        <p:spPr>
          <a:xfrm flipV="1">
            <a:off x="3961405" y="555158"/>
            <a:ext cx="0" cy="5768619"/>
          </a:xfrm>
          <a:prstGeom prst="line">
            <a:avLst/>
          </a:prstGeom>
          <a:ln w="12700">
            <a:solidFill>
              <a:srgbClr val="174A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FC32B635-1E22-483C-94B9-F587908DE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85779" y="633659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7237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37E7-A574-47D2-9624-D12F47560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326" y="263199"/>
            <a:ext cx="11465168" cy="1037492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grpSp>
        <p:nvGrpSpPr>
          <p:cNvPr id="7" name="Group 6"/>
          <p:cNvGrpSpPr/>
          <p:nvPr/>
        </p:nvGrpSpPr>
        <p:grpSpPr>
          <a:xfrm>
            <a:off x="327444" y="1437182"/>
            <a:ext cx="11858313" cy="15383"/>
            <a:chOff x="229786" y="1437182"/>
            <a:chExt cx="11858313" cy="15383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9C089FD-3BC7-434F-810A-04F78AFC84D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9786" y="1452565"/>
              <a:ext cx="1717831" cy="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F7AC837-D78F-424C-9FDC-C3A445A5E0B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044462" y="1452565"/>
              <a:ext cx="545734" cy="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831C4EF-58CF-4AEC-9F81-CB38D946A4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2669779" y="1437182"/>
              <a:ext cx="9418320" cy="15383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C7CCE55-AF4E-4245-BFBC-DEC36E1D4A47}"/>
              </a:ext>
            </a:extLst>
          </p:cNvPr>
          <p:cNvGrpSpPr/>
          <p:nvPr/>
        </p:nvGrpSpPr>
        <p:grpSpPr>
          <a:xfrm>
            <a:off x="329558" y="421045"/>
            <a:ext cx="748798" cy="134113"/>
            <a:chOff x="4827813" y="2534636"/>
            <a:chExt cx="996651" cy="178504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13A9D50-C6EA-F04C-BB84-891959D759F9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790B908-BCFE-FA4B-B5E3-36C62E088DE9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96D4A9D-D054-044B-8920-BE06A68ED267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43643B7-9DFD-8C46-881C-69B3D67CA91A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C32B635-1E22-483C-94B9-F587908DE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905549" y="635750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4181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DCE8039-0D05-4A75-878A-907B8D44B9E7}"/>
              </a:ext>
            </a:extLst>
          </p:cNvPr>
          <p:cNvGrpSpPr/>
          <p:nvPr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1402252-45E8-45B3-BA5E-DFA33A45474E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300C883-1ACE-4AF3-9875-792A769588D5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75483D7-E612-43D2-9B0E-C69356C160DA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279C5F2-4C7F-4470-A44F-E8AD69AC9FA0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C32B635-1E22-483C-94B9-F587908DE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4590" y="627408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864E4D-B3DE-6BFE-503D-A9B22FE8B1C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85441" y="6030338"/>
            <a:ext cx="2286000" cy="48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8967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C32B635-1E22-483C-94B9-F587908DE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1006" y="632541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9587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&amp;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37E7-A574-47D2-9624-D12F475605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0251" y="670936"/>
            <a:ext cx="3206261" cy="1037492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/>
              <a:t>Title here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9D73CD-EB11-4ED6-80CF-B68320D57E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70190" y="2991170"/>
            <a:ext cx="8005787" cy="3091961"/>
          </a:xfrm>
        </p:spPr>
        <p:txBody>
          <a:bodyPr lIns="0" tIns="0" rIns="0" bIns="0">
            <a:noAutofit/>
          </a:bodyPr>
          <a:lstStyle>
            <a:lvl1pPr>
              <a:defRPr sz="2000"/>
            </a:lvl1pPr>
            <a:lvl2pPr marL="685800" indent="-228600">
              <a:buClr>
                <a:schemeClr val="tx2"/>
              </a:buClr>
              <a:buFont typeface="Symbol" panose="05050102010706020507" pitchFamily="18" charset="2"/>
              <a:buChar char=""/>
              <a:defRPr sz="1800"/>
            </a:lvl2pPr>
            <a:lvl3pPr marL="1143000" indent="-228600">
              <a:buClr>
                <a:schemeClr val="tx2"/>
              </a:buClr>
              <a:buFont typeface="Symbol" panose="05050102010706020507" pitchFamily="18" charset="2"/>
              <a:buChar char=""/>
              <a:defRPr sz="1200"/>
            </a:lvl3pPr>
            <a:lvl4pPr marL="1600200" indent="-228600">
              <a:buClr>
                <a:schemeClr val="tx2"/>
              </a:buClr>
              <a:buFont typeface="Symbol" panose="05050102010706020507" pitchFamily="18" charset="2"/>
              <a:buChar char=""/>
              <a:defRPr sz="1100"/>
            </a:lvl4pPr>
            <a:lvl5pPr marL="2057400" indent="-228600">
              <a:buClr>
                <a:schemeClr val="tx2"/>
              </a:buClr>
              <a:buFont typeface="Symbol" panose="05050102010706020507" pitchFamily="18" charset="2"/>
              <a:buChar char="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6A27954-3A0E-430B-AD48-05A3F3278D70}"/>
              </a:ext>
            </a:extLst>
          </p:cNvPr>
          <p:cNvGrpSpPr/>
          <p:nvPr/>
        </p:nvGrpSpPr>
        <p:grpSpPr>
          <a:xfrm>
            <a:off x="2575" y="1889113"/>
            <a:ext cx="3376350" cy="0"/>
            <a:chOff x="-5374" y="1452565"/>
            <a:chExt cx="2368307" cy="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9C089FD-3BC7-434F-810A-04F78AFC84D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5374" y="1452565"/>
              <a:ext cx="1717831" cy="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F7AC837-D78F-424C-9FDC-C3A445A5E0B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817199" y="1452565"/>
              <a:ext cx="545734" cy="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831C4EF-58CF-4AEC-9F81-CB38D946A457}"/>
              </a:ext>
            </a:extLst>
          </p:cNvPr>
          <p:cNvCxnSpPr>
            <a:cxnSpLocks/>
          </p:cNvCxnSpPr>
          <p:nvPr/>
        </p:nvCxnSpPr>
        <p:spPr>
          <a:xfrm flipV="1">
            <a:off x="3603974" y="616421"/>
            <a:ext cx="0" cy="576861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D35CCD2-B73F-944C-B572-7FBFC7DE22E4}"/>
              </a:ext>
            </a:extLst>
          </p:cNvPr>
          <p:cNvGrpSpPr/>
          <p:nvPr/>
        </p:nvGrpSpPr>
        <p:grpSpPr>
          <a:xfrm>
            <a:off x="256880" y="421045"/>
            <a:ext cx="748798" cy="134113"/>
            <a:chOff x="4827813" y="2534636"/>
            <a:chExt cx="996651" cy="178504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D8F78D8-558F-3540-A5F4-B1AD8942B341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3F8F621A-F298-2B48-B7E0-8D9BEE8AA763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C17A3A3B-82AE-0A46-AE32-9B111F975BDB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F206CE3-6B94-C340-8BA3-A2A4E407E499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4502AABE-45EB-48A5-AD25-47BD8B79DF6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961313" y="0"/>
            <a:ext cx="8229600" cy="2743200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12D9B6D-CE43-4FB1-87C0-D3565E730242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212787" y="2069799"/>
            <a:ext cx="3008434" cy="601087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FC32B635-1E22-483C-94B9-F587908DE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861177" y="639494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1910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, Content, and 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16441-0F1F-453B-BACF-543CEDE2A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6532" y="865148"/>
            <a:ext cx="5445369" cy="1114784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C9302-80D9-4A88-8591-DE2D4BA1F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430" y="2263510"/>
            <a:ext cx="5445370" cy="3697676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Clr>
                <a:schemeClr val="tx2"/>
              </a:buClr>
              <a:defRPr sz="2000"/>
            </a:lvl1pPr>
            <a:lvl2pPr>
              <a:lnSpc>
                <a:spcPct val="100000"/>
              </a:lnSpc>
              <a:buClr>
                <a:schemeClr val="tx2"/>
              </a:buClr>
              <a:defRPr sz="1800"/>
            </a:lvl2pPr>
            <a:lvl3pPr>
              <a:lnSpc>
                <a:spcPct val="100000"/>
              </a:lnSpc>
              <a:buClr>
                <a:schemeClr val="tx2"/>
              </a:buClr>
              <a:defRPr sz="1400"/>
            </a:lvl3pPr>
            <a:lvl4pPr>
              <a:lnSpc>
                <a:spcPct val="100000"/>
              </a:lnSpc>
              <a:buClr>
                <a:schemeClr val="tx2"/>
              </a:buClr>
              <a:defRPr sz="1200"/>
            </a:lvl4pPr>
            <a:lvl5pPr>
              <a:lnSpc>
                <a:spcPct val="100000"/>
              </a:lnSpc>
              <a:buClr>
                <a:schemeClr val="tx2"/>
              </a:buCl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02AABE-45EB-48A5-AD25-47BD8B79DF6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9045" y="0"/>
            <a:ext cx="5210175" cy="5961063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88A4FD-81F4-4588-9E6D-70E57577D8BF}"/>
              </a:ext>
            </a:extLst>
          </p:cNvPr>
          <p:cNvCxnSpPr>
            <a:cxnSpLocks/>
          </p:cNvCxnSpPr>
          <p:nvPr/>
        </p:nvCxnSpPr>
        <p:spPr>
          <a:xfrm>
            <a:off x="5881243" y="2121720"/>
            <a:ext cx="171783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CF1D2ED-7B25-4251-BF07-47FBAA534810}"/>
              </a:ext>
            </a:extLst>
          </p:cNvPr>
          <p:cNvGrpSpPr/>
          <p:nvPr/>
        </p:nvGrpSpPr>
        <p:grpSpPr>
          <a:xfrm>
            <a:off x="11079786" y="421045"/>
            <a:ext cx="748798" cy="134113"/>
            <a:chOff x="4827813" y="2534636"/>
            <a:chExt cx="996651" cy="178504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397537E-DF51-4990-9447-2DAE98ABC683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E99CAB5-81F4-4EA8-8B36-4A70C59861FD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6AADF9A-A507-4453-8CE3-3F78BB303FA4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33AA69F-C4B8-479C-9F0F-69C184D0611F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B45974-F6C7-40D3-9399-E05FA19C565E}"/>
              </a:ext>
            </a:extLst>
          </p:cNvPr>
          <p:cNvCxnSpPr>
            <a:cxnSpLocks/>
          </p:cNvCxnSpPr>
          <p:nvPr/>
        </p:nvCxnSpPr>
        <p:spPr>
          <a:xfrm>
            <a:off x="7710043" y="2121720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FC32B635-1E22-483C-94B9-F587908DE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38712" y="634466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861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0D79E1-5F46-41CA-85E7-44C2A6C62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16" y="365125"/>
            <a:ext cx="11465168" cy="918553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0B511-05FD-459E-AC79-A87540961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3416" y="1825625"/>
            <a:ext cx="114651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C32B635-1E22-483C-94B9-F587908DE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DB98321-594C-4030-A2B0-3492F77EE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5384" y="6463207"/>
            <a:ext cx="2743200" cy="2582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174A7C"/>
                </a:solidFill>
              </a:defRPr>
            </a:lvl1pPr>
          </a:lstStyle>
          <a:p>
            <a:fld id="{F69D23E4-DFEB-4662-B926-50D75CAB3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752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Symbol" panose="05050102010706020507" pitchFamily="18" charset="2"/>
        <a:buChar char="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Symbol" panose="05050102010706020507" pitchFamily="18" charset="2"/>
        <a:buChar char="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Symbol" panose="05050102010706020507" pitchFamily="18" charset="2"/>
        <a:buChar char="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Symbol" panose="05050102010706020507" pitchFamily="18" charset="2"/>
        <a:buChar char="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cohydrologyTeam/ClearWater-data/blob/de70946b33b747cff21c2aeba59585a045906c6f/clearwater_data/variables/registry.py#L5" TargetMode="External"/><Relationship Id="rId2" Type="http://schemas.openxmlformats.org/officeDocument/2006/relationships/hyperlink" Target="https://github.com/EcohydrologyTeam/ClearWater-data" TargetMode="Externa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profile.html" TargetMode="External"/><Relationship Id="rId2" Type="http://schemas.openxmlformats.org/officeDocument/2006/relationships/hyperlink" Target="https://github.com/bloomberg/memray" TargetMode="Externa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9CD16C-783D-7226-12CD-DE759308B1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ClearwAter</a:t>
            </a:r>
            <a:r>
              <a:rPr lang="en-US"/>
              <a:t> Refactor	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0379EE7-FFC6-268D-C7B6-C0D9CEF24E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2026-04-10</a:t>
            </a:r>
          </a:p>
        </p:txBody>
      </p:sp>
    </p:spTree>
    <p:extLst>
      <p:ext uri="{BB962C8B-B14F-4D97-AF65-F5344CB8AC3E}">
        <p14:creationId xmlns:p14="http://schemas.microsoft.com/office/powerpoint/2010/main" val="1692738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A0F0E4-E2D0-55A9-6229-6AA106AEA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Address Scaling Issues - memory consumption issues</a:t>
            </a:r>
          </a:p>
          <a:p>
            <a:pPr lvl="1"/>
            <a:r>
              <a:rPr lang="en-US"/>
              <a:t>Revisit </a:t>
            </a:r>
            <a:r>
              <a:rPr lang="en-US" b="1"/>
              <a:t>data management solution </a:t>
            </a:r>
            <a:r>
              <a:rPr lang="en-US"/>
              <a:t>in Modules and Riverine </a:t>
            </a:r>
          </a:p>
          <a:p>
            <a:pPr lvl="2"/>
            <a:r>
              <a:rPr lang="en-US"/>
              <a:t>Address clunky </a:t>
            </a:r>
            <a:r>
              <a:rPr lang="en-US" b="1"/>
              <a:t>data copying-based</a:t>
            </a:r>
            <a:r>
              <a:rPr lang="en-US"/>
              <a:t> coupling between Riverine and Modules</a:t>
            </a:r>
          </a:p>
          <a:p>
            <a:pPr lvl="2"/>
            <a:r>
              <a:rPr lang="en-US"/>
              <a:t>Enable </a:t>
            </a:r>
            <a:r>
              <a:rPr lang="en-US" b="1"/>
              <a:t>chunking</a:t>
            </a:r>
            <a:r>
              <a:rPr lang="en-US"/>
              <a:t> of data on time dimension so whole dataset doesn’t need to be held in memory</a:t>
            </a:r>
          </a:p>
          <a:p>
            <a:pPr lvl="2"/>
            <a:r>
              <a:rPr lang="en-US"/>
              <a:t>Add </a:t>
            </a:r>
            <a:r>
              <a:rPr lang="en-US" b="1"/>
              <a:t>support for float and array, </a:t>
            </a:r>
            <a:r>
              <a:rPr lang="en-US"/>
              <a:t>not all data needs to be stored as a n x m x t grid</a:t>
            </a:r>
          </a:p>
          <a:p>
            <a:r>
              <a:rPr lang="en-US"/>
              <a:t>Reduce Complexity – for both user and developer</a:t>
            </a:r>
          </a:p>
          <a:p>
            <a:pPr lvl="1"/>
            <a:r>
              <a:rPr lang="en-US"/>
              <a:t>Simplify model set up and execution</a:t>
            </a:r>
          </a:p>
          <a:p>
            <a:pPr lvl="1"/>
            <a:r>
              <a:rPr lang="en-US"/>
              <a:t>Reduce the complexity for adding a new processes</a:t>
            </a:r>
          </a:p>
          <a:p>
            <a:pPr lvl="1"/>
            <a:r>
              <a:rPr lang="en-US"/>
              <a:t>Simplify abstractions</a:t>
            </a:r>
          </a:p>
          <a:p>
            <a:pPr lvl="2"/>
            <a:r>
              <a:rPr lang="en-US"/>
              <a:t>One type of variable</a:t>
            </a:r>
          </a:p>
          <a:p>
            <a:pPr lvl="2"/>
            <a:r>
              <a:rPr lang="en-US"/>
              <a:t>Clear patterns for data access and management </a:t>
            </a:r>
          </a:p>
          <a:p>
            <a:pPr lvl="2"/>
            <a:r>
              <a:rPr lang="en-US"/>
              <a:t>Clear patterns for I/O</a:t>
            </a:r>
          </a:p>
          <a:p>
            <a:pPr lvl="1"/>
            <a:r>
              <a:rPr lang="en-US"/>
              <a:t>Moved towards best practices </a:t>
            </a:r>
          </a:p>
          <a:p>
            <a:pPr lvl="1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EAFCD8-0E4C-C8F6-0C7C-57E92173D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Refactor Objectives</a:t>
            </a:r>
          </a:p>
        </p:txBody>
      </p:sp>
    </p:spTree>
    <p:extLst>
      <p:ext uri="{BB962C8B-B14F-4D97-AF65-F5344CB8AC3E}">
        <p14:creationId xmlns:p14="http://schemas.microsoft.com/office/powerpoint/2010/main" val="1797652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CB106A-E97E-D02A-1E5C-2601DC4B5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Address Scaling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67AD9C-7C38-6D96-38A8-048A6D3353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4" descr="How Smoke Damages Electronics | Blog">
            <a:extLst>
              <a:ext uri="{FF2B5EF4-FFF2-40B4-BE49-F238E27FC236}">
                <a16:creationId xmlns:a16="http://schemas.microsoft.com/office/drawing/2014/main" id="{F8C4561A-836A-8B1F-BF03-B67E232D5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1869" y="2484328"/>
            <a:ext cx="5481638" cy="3652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980690D-A2F4-9A45-1CEC-36922796ED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75" t="-2787" r="11462" b="72932"/>
          <a:stretch>
            <a:fillRect/>
          </a:stretch>
        </p:blipFill>
        <p:spPr bwMode="auto">
          <a:xfrm>
            <a:off x="5779939" y="6137325"/>
            <a:ext cx="6125498" cy="619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249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587745-3EAA-530A-D3AD-A70BD7DCD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Introduced a new </a:t>
            </a:r>
            <a:r>
              <a:rPr lang="en-US" err="1">
                <a:hlinkClick r:id="rId2"/>
              </a:rPr>
              <a:t>ClearWater</a:t>
            </a:r>
            <a:r>
              <a:rPr lang="en-US">
                <a:hlinkClick r:id="rId2"/>
              </a:rPr>
              <a:t>-Data</a:t>
            </a:r>
            <a:r>
              <a:rPr lang="en-US"/>
              <a:t> repository with a set of </a:t>
            </a:r>
            <a:r>
              <a:rPr lang="en-US" b="1"/>
              <a:t>data management </a:t>
            </a:r>
            <a:r>
              <a:rPr lang="en-US"/>
              <a:t>abstractions</a:t>
            </a:r>
          </a:p>
          <a:p>
            <a:pPr lvl="1"/>
            <a:r>
              <a:rPr lang="en-US"/>
              <a:t>This separates out data management and I/O from the model logic</a:t>
            </a:r>
          </a:p>
          <a:p>
            <a:pPr lvl="1"/>
            <a:r>
              <a:rPr lang="en-US"/>
              <a:t>Enables consistent data access patterns and sharing between Riverine and Modules</a:t>
            </a:r>
          </a:p>
          <a:p>
            <a:r>
              <a:rPr lang="en-US"/>
              <a:t>Address clunky </a:t>
            </a:r>
            <a:r>
              <a:rPr lang="en-US" b="1"/>
              <a:t>data copying-based</a:t>
            </a:r>
            <a:r>
              <a:rPr lang="en-US"/>
              <a:t> coupling between Riverine and Modules</a:t>
            </a:r>
          </a:p>
          <a:p>
            <a:pPr lvl="1"/>
            <a:r>
              <a:rPr lang="en-US"/>
              <a:t>Through the shared </a:t>
            </a:r>
            <a:r>
              <a:rPr lang="en-US" err="1">
                <a:hlinkClick r:id="rId3"/>
              </a:rPr>
              <a:t>VariableRegistry</a:t>
            </a:r>
            <a:r>
              <a:rPr lang="en-US"/>
              <a:t> (</a:t>
            </a:r>
            <a:r>
              <a:rPr lang="en-US" err="1"/>
              <a:t>ClearWater</a:t>
            </a:r>
            <a:r>
              <a:rPr lang="en-US"/>
              <a:t>-Data) allowing models to share data directly.</a:t>
            </a:r>
          </a:p>
          <a:p>
            <a:r>
              <a:rPr lang="en-US"/>
              <a:t>Enable </a:t>
            </a:r>
            <a:r>
              <a:rPr lang="en-US" b="1"/>
              <a:t>chunking</a:t>
            </a:r>
            <a:r>
              <a:rPr lang="en-US"/>
              <a:t> of data on time dimension </a:t>
            </a:r>
          </a:p>
          <a:p>
            <a:pPr lvl="1"/>
            <a:r>
              <a:rPr lang="en-US"/>
              <a:t>Both Riverine and Modules can now run in a chunked mode with a user specified chunk size</a:t>
            </a:r>
          </a:p>
          <a:p>
            <a:pPr lvl="1"/>
            <a:r>
              <a:rPr lang="en-US"/>
              <a:t>Variable management through </a:t>
            </a:r>
            <a:r>
              <a:rPr lang="en-US" err="1"/>
              <a:t>ChunkedDataStore</a:t>
            </a:r>
            <a:r>
              <a:rPr lang="en-US"/>
              <a:t> so the whole dataset doesn’t need to be held in memory</a:t>
            </a:r>
          </a:p>
          <a:p>
            <a:r>
              <a:rPr lang="en-US"/>
              <a:t>Added </a:t>
            </a:r>
            <a:r>
              <a:rPr lang="en-US" b="1"/>
              <a:t>support for float and array, </a:t>
            </a:r>
            <a:r>
              <a:rPr lang="en-US"/>
              <a:t>not all data needs to be stored as a n x m x t grid</a:t>
            </a:r>
          </a:p>
          <a:p>
            <a:pPr lvl="1"/>
            <a:r>
              <a:rPr lang="en-US"/>
              <a:t>Implemented multiple Variable types based on data type (Float, Array, Gridded) to enable more efficient storage of model parameters.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6FDC96-5DC5-99BC-D059-181F39294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 Level Changes</a:t>
            </a:r>
          </a:p>
        </p:txBody>
      </p:sp>
    </p:spTree>
    <p:extLst>
      <p:ext uri="{BB962C8B-B14F-4D97-AF65-F5344CB8AC3E}">
        <p14:creationId xmlns:p14="http://schemas.microsoft.com/office/powerpoint/2010/main" val="2777383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26208B-2302-5F56-1A7C-FC058691B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OS: Linux Ubuntu 24.04.4 LTS (running as a VM)</a:t>
            </a:r>
          </a:p>
          <a:p>
            <a:pPr lvl="1"/>
            <a:r>
              <a:rPr lang="en-US"/>
              <a:t>Needed to memory profile</a:t>
            </a:r>
          </a:p>
          <a:p>
            <a:r>
              <a:rPr lang="en-US"/>
              <a:t>Memory: 16GB</a:t>
            </a:r>
          </a:p>
          <a:p>
            <a:r>
              <a:rPr lang="en-US"/>
              <a:t>Processor: i7-1370p (4 Cores/Threads dedicated to VM)</a:t>
            </a:r>
          </a:p>
          <a:p>
            <a:r>
              <a:rPr lang="en-US"/>
              <a:t>Memory Profiling: </a:t>
            </a:r>
            <a:r>
              <a:rPr lang="en-US" u="sng" err="1">
                <a:hlinkClick r:id="rId2"/>
              </a:rPr>
              <a:t>memray</a:t>
            </a:r>
            <a:r>
              <a:rPr lang="en-US"/>
              <a:t> (required OSX/Linux)</a:t>
            </a:r>
          </a:p>
          <a:p>
            <a:r>
              <a:rPr lang="en-US"/>
              <a:t>CPU Profiling: </a:t>
            </a:r>
            <a:r>
              <a:rPr lang="en-US" u="sng" err="1">
                <a:hlinkClick r:id="rId3"/>
              </a:rPr>
              <a:t>cprofile</a:t>
            </a:r>
            <a:r>
              <a:rPr lang="en-US"/>
              <a:t>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0EDFE5-02E7-4213-BB9A-4504C4AF0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 Set Up	</a:t>
            </a:r>
          </a:p>
        </p:txBody>
      </p:sp>
    </p:spTree>
    <p:extLst>
      <p:ext uri="{BB962C8B-B14F-4D97-AF65-F5344CB8AC3E}">
        <p14:creationId xmlns:p14="http://schemas.microsoft.com/office/powerpoint/2010/main" val="3892186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BD74A-D59C-C23F-9018-9AAA978D4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4B38A36-C774-8C1F-8328-E323612E6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/>
              <a:t>Metric 1: TSM/Temperature for an N x M x T Matrix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8B73451-5815-A241-2788-000DBB1ECFA8}"/>
              </a:ext>
            </a:extLst>
          </p:cNvPr>
          <p:cNvSpPr txBox="1">
            <a:spLocks/>
          </p:cNvSpPr>
          <p:nvPr/>
        </p:nvSpPr>
        <p:spPr>
          <a:xfrm>
            <a:off x="439317" y="1696802"/>
            <a:ext cx="11465168" cy="38739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Symbol" panose="05050102010706020507" pitchFamily="18" charset="2"/>
              <a:buChar char="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Symbol" panose="05050102010706020507" pitchFamily="18" charset="2"/>
              <a:buChar char="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Symbol" panose="05050102010706020507" pitchFamily="18" charset="2"/>
              <a:buChar char="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Symbol" panose="05050102010706020507" pitchFamily="18" charset="2"/>
              <a:buChar char="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/>
              <a:t>Comparably specified V1 (original) and V2 (refactored) TSM/Temperature model for varying sized grid and number of timesteps</a:t>
            </a:r>
          </a:p>
          <a:p>
            <a:pPr marL="285750" indent="-285750"/>
            <a:r>
              <a:rPr lang="en-US"/>
              <a:t>This lets us quickly explore performance under different scales</a:t>
            </a:r>
          </a:p>
          <a:p>
            <a:pPr marL="285750" indent="-285750"/>
            <a:r>
              <a:rPr lang="en-US"/>
              <a:t>Note we disabled chunking in these tests to keep comparison consistent.</a:t>
            </a:r>
          </a:p>
        </p:txBody>
      </p:sp>
    </p:spTree>
    <p:extLst>
      <p:ext uri="{BB962C8B-B14F-4D97-AF65-F5344CB8AC3E}">
        <p14:creationId xmlns:p14="http://schemas.microsoft.com/office/powerpoint/2010/main" val="992571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09E6AF5-8BB0-F9A9-22BE-C92FBBC077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95" y="1825625"/>
            <a:ext cx="10443211" cy="43513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11A31A-A9E5-FEE4-D52E-B87FFFDB8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932" y="347482"/>
            <a:ext cx="11465168" cy="918553"/>
          </a:xfrm>
        </p:spPr>
        <p:txBody>
          <a:bodyPr anchor="b">
            <a:normAutofit/>
          </a:bodyPr>
          <a:lstStyle/>
          <a:p>
            <a:r>
              <a:rPr lang="en-US"/>
              <a:t>Metric 1: 10 Grid Cells – Varying Timesteps</a:t>
            </a:r>
          </a:p>
        </p:txBody>
      </p:sp>
    </p:spTree>
    <p:extLst>
      <p:ext uri="{BB962C8B-B14F-4D97-AF65-F5344CB8AC3E}">
        <p14:creationId xmlns:p14="http://schemas.microsoft.com/office/powerpoint/2010/main" val="2305720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FAEA6-984D-ACED-1704-3989D31DC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3EB0-8B34-750F-4E16-F20D8C72A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932" y="347482"/>
            <a:ext cx="11465168" cy="918553"/>
          </a:xfrm>
        </p:spPr>
        <p:txBody>
          <a:bodyPr anchor="b">
            <a:normAutofit/>
          </a:bodyPr>
          <a:lstStyle/>
          <a:p>
            <a:r>
              <a:rPr lang="en-US"/>
              <a:t>Metric 1: 100 Grid Cells – Varying Timesteps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B30FD6B-3D57-C998-E7B6-410CA6A15D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95" y="1825625"/>
            <a:ext cx="1044321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158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1EB07-AD8E-9D8C-65CD-9792B7895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AE18F-7FFD-AB24-3DDA-7E9937E27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932" y="347482"/>
            <a:ext cx="11465168" cy="918553"/>
          </a:xfrm>
        </p:spPr>
        <p:txBody>
          <a:bodyPr anchor="b">
            <a:normAutofit/>
          </a:bodyPr>
          <a:lstStyle/>
          <a:p>
            <a:r>
              <a:rPr lang="en-US"/>
              <a:t>Metric 1: 1000 Grid Cells – Varying Timesteps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2A0B9CE-6D12-BAC3-7E9C-06E09EB0AE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95" y="1825625"/>
            <a:ext cx="1044321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800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6F93A-29A0-BAFC-4921-9ABBCAD39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9F755-54F3-7E77-05CF-5FD5353B4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932" y="347482"/>
            <a:ext cx="11465168" cy="918553"/>
          </a:xfrm>
        </p:spPr>
        <p:txBody>
          <a:bodyPr anchor="b">
            <a:normAutofit/>
          </a:bodyPr>
          <a:lstStyle/>
          <a:p>
            <a:r>
              <a:rPr lang="en-US"/>
              <a:t>Metric 1: 10 Timesteps– Varying Grids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4D6B726-7371-84AA-082A-E98541640C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95" y="1825625"/>
            <a:ext cx="1044321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612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CD67B-86AD-5DEE-0E53-A14851FE3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42497-4509-4587-34F4-B32232E96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932" y="347482"/>
            <a:ext cx="11465168" cy="918553"/>
          </a:xfrm>
        </p:spPr>
        <p:txBody>
          <a:bodyPr anchor="b">
            <a:normAutofit/>
          </a:bodyPr>
          <a:lstStyle/>
          <a:p>
            <a:r>
              <a:rPr lang="en-US"/>
              <a:t>Metric 1: 100 Timesteps– Varying Grids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8EDFD9E-D431-71FE-DC83-1AFF9D82A3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95" y="1825625"/>
            <a:ext cx="1044321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668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1AB73-8653-224E-A615-1AB90DEDE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4EB9F-4A79-CCEE-0875-0B60C7E69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932" y="347482"/>
            <a:ext cx="11465168" cy="918553"/>
          </a:xfrm>
        </p:spPr>
        <p:txBody>
          <a:bodyPr anchor="b">
            <a:normAutofit/>
          </a:bodyPr>
          <a:lstStyle/>
          <a:p>
            <a:r>
              <a:rPr lang="en-US"/>
              <a:t>Metric 1: 1000 Timesteps– Varying Grids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37EE331-1BAC-997B-6918-0169BAA182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95" y="1825625"/>
            <a:ext cx="1044321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208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2EE193F-7E07-46B9-74C2-3D3C44E7E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/>
              <a:t>Metric 2: </a:t>
            </a:r>
            <a:r>
              <a:rPr lang="en-US" cap="none" err="1"/>
              <a:t>Sumwere</a:t>
            </a:r>
            <a:r>
              <a:rPr lang="en-US" cap="none"/>
              <a:t> Creek Coarse Mesh (367 Cells, 960 timesteps)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3AA94FE-FB34-290E-B07F-289F2A677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7381" y="2524123"/>
            <a:ext cx="5481203" cy="36528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/>
              <a:t>Refactor</a:t>
            </a:r>
          </a:p>
          <a:p>
            <a:pPr marL="0" indent="0">
              <a:buNone/>
            </a:pPr>
            <a:r>
              <a:rPr lang="en-US" sz="2000" b="1"/>
              <a:t>CPU/Runtime</a:t>
            </a:r>
          </a:p>
          <a:p>
            <a:r>
              <a:rPr lang="en-US" sz="2000" b="1"/>
              <a:t> </a:t>
            </a:r>
            <a:r>
              <a:rPr lang="en-US" sz="2000"/>
              <a:t>76s (2.2x faster)</a:t>
            </a:r>
          </a:p>
          <a:p>
            <a:pPr lvl="1"/>
            <a:r>
              <a:rPr lang="en-US" sz="1800"/>
              <a:t>33s TSM (~60% reduction, or 2.5x faster)</a:t>
            </a:r>
          </a:p>
          <a:p>
            <a:pPr lvl="1"/>
            <a:r>
              <a:rPr lang="en-US" sz="1800"/>
              <a:t>43s Riverine (~34% reduction, or 1.5x faster)</a:t>
            </a:r>
          </a:p>
          <a:p>
            <a:pPr lvl="1"/>
            <a:r>
              <a:rPr lang="en-US" sz="1800"/>
              <a:t>0s Unbounded (100% reduction)</a:t>
            </a:r>
          </a:p>
          <a:p>
            <a:pPr marL="0" indent="0">
              <a:buNone/>
            </a:pPr>
            <a:r>
              <a:rPr lang="en-US" sz="2000" b="1"/>
              <a:t>Memory</a:t>
            </a:r>
          </a:p>
          <a:p>
            <a:r>
              <a:rPr lang="en-US" sz="2000"/>
              <a:t>Max: 1.38GB (~13% reduction)</a:t>
            </a:r>
          </a:p>
          <a:p>
            <a:r>
              <a:rPr lang="en-US" sz="2000"/>
              <a:t>Allocations: 93128 (~50% reduction)</a:t>
            </a:r>
          </a:p>
          <a:p>
            <a:pPr marL="0" indent="0">
              <a:buNone/>
            </a:pPr>
            <a:endParaRPr lang="en-US" sz="2400" b="1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D5EB958-B4C3-1112-5564-7DA4CA166D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3416" y="2524125"/>
            <a:ext cx="5481203" cy="36528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/>
              <a:t>Original</a:t>
            </a:r>
          </a:p>
          <a:p>
            <a:pPr marL="0" indent="0">
              <a:buNone/>
            </a:pPr>
            <a:r>
              <a:rPr lang="en-US" sz="2000" b="1"/>
              <a:t>CPU/Runtime</a:t>
            </a:r>
          </a:p>
          <a:p>
            <a:r>
              <a:rPr lang="en-US" sz="2000" b="1"/>
              <a:t> </a:t>
            </a:r>
            <a:r>
              <a:rPr lang="en-US" sz="2000"/>
              <a:t>167s</a:t>
            </a:r>
          </a:p>
          <a:p>
            <a:pPr lvl="1"/>
            <a:r>
              <a:rPr lang="en-US" sz="1800"/>
              <a:t>82s TSM</a:t>
            </a:r>
          </a:p>
          <a:p>
            <a:pPr lvl="1"/>
            <a:r>
              <a:rPr lang="en-US" sz="1800"/>
              <a:t>65s Riverine</a:t>
            </a:r>
          </a:p>
          <a:p>
            <a:pPr lvl="1"/>
            <a:r>
              <a:rPr lang="en-US" sz="1800"/>
              <a:t>20s Unbounded (not in scope of model)</a:t>
            </a:r>
          </a:p>
          <a:p>
            <a:pPr marL="0" indent="0">
              <a:buNone/>
            </a:pPr>
            <a:r>
              <a:rPr lang="en-US" sz="2000" b="1"/>
              <a:t>Memory</a:t>
            </a:r>
          </a:p>
          <a:p>
            <a:r>
              <a:rPr lang="en-US" sz="2000"/>
              <a:t>Max: 1.58 GB</a:t>
            </a:r>
          </a:p>
          <a:p>
            <a:r>
              <a:rPr lang="en-US" sz="2000"/>
              <a:t>Allocations: 182712 </a:t>
            </a:r>
            <a:endParaRPr lang="en-US"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07C2FD-4FE3-157F-B4C6-4DE4C98F163D}"/>
              </a:ext>
            </a:extLst>
          </p:cNvPr>
          <p:cNvSpPr txBox="1"/>
          <p:nvPr/>
        </p:nvSpPr>
        <p:spPr>
          <a:xfrm>
            <a:off x="367149" y="6260125"/>
            <a:ext cx="11114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*Note new chunking features were disabled for V2 during these tests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941B1F53-017D-E78B-E048-AD2AC97D3209}"/>
              </a:ext>
            </a:extLst>
          </p:cNvPr>
          <p:cNvSpPr txBox="1">
            <a:spLocks/>
          </p:cNvSpPr>
          <p:nvPr/>
        </p:nvSpPr>
        <p:spPr>
          <a:xfrm>
            <a:off x="439317" y="1696803"/>
            <a:ext cx="11465168" cy="7441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Symbol" panose="05050102010706020507" pitchFamily="18" charset="2"/>
              <a:buChar char="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Symbol" panose="05050102010706020507" pitchFamily="18" charset="2"/>
              <a:buChar char="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Symbol" panose="05050102010706020507" pitchFamily="18" charset="2"/>
              <a:buChar char="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Symbol" panose="05050102010706020507" pitchFamily="18" charset="2"/>
              <a:buChar char="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sz="2000"/>
              <a:t>Ran a coupled Riverine and TSM/Temperature model for the coarse mesh </a:t>
            </a:r>
            <a:r>
              <a:rPr lang="en-US" sz="2000" err="1"/>
              <a:t>Sumwere</a:t>
            </a:r>
            <a:r>
              <a:rPr lang="en-US" sz="2000"/>
              <a:t> Creek model</a:t>
            </a:r>
          </a:p>
          <a:p>
            <a:pPr marL="285750" indent="-285750"/>
            <a:r>
              <a:rPr lang="en-US" sz="2000"/>
              <a:t>This shows coupled performance</a:t>
            </a:r>
          </a:p>
        </p:txBody>
      </p:sp>
    </p:spTree>
    <p:extLst>
      <p:ext uri="{BB962C8B-B14F-4D97-AF65-F5344CB8AC3E}">
        <p14:creationId xmlns:p14="http://schemas.microsoft.com/office/powerpoint/2010/main" val="3828505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B90F0-138F-46EA-B4D9-F353E70FC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65F4E33-35D5-C98B-4F6E-34B8B85F4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/>
              <a:t>Metric 2: </a:t>
            </a:r>
            <a:r>
              <a:rPr lang="en-US" cap="none" err="1"/>
              <a:t>Sumwere</a:t>
            </a:r>
            <a:r>
              <a:rPr lang="en-US" cap="none"/>
              <a:t> Creek Fine Mesh  (6966 Cells, 960 timesteps)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13E70E4-092D-A446-98E2-346C5B429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7381" y="2524123"/>
            <a:ext cx="5481203" cy="36528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/>
              <a:t>Refactor</a:t>
            </a:r>
          </a:p>
          <a:p>
            <a:pPr marL="0" indent="0">
              <a:buNone/>
            </a:pPr>
            <a:r>
              <a:rPr lang="en-US" sz="2000" b="1"/>
              <a:t>CPU/Runtime</a:t>
            </a:r>
          </a:p>
          <a:p>
            <a:r>
              <a:rPr lang="en-US" sz="2000" b="1"/>
              <a:t> </a:t>
            </a:r>
            <a:r>
              <a:rPr lang="en-US" sz="2000"/>
              <a:t>119s (1.4x faster)</a:t>
            </a:r>
          </a:p>
          <a:p>
            <a:pPr lvl="1"/>
            <a:r>
              <a:rPr lang="en-US" sz="1800"/>
              <a:t>56s TSM (~30% reduction, or 1.4x faster)</a:t>
            </a:r>
          </a:p>
          <a:p>
            <a:pPr lvl="1"/>
            <a:r>
              <a:rPr lang="en-US" sz="1800"/>
              <a:t>63s Riverine (~17% reduction, or 1.3x faster)</a:t>
            </a:r>
          </a:p>
          <a:p>
            <a:pPr lvl="1"/>
            <a:r>
              <a:rPr lang="en-US" sz="1800"/>
              <a:t>0s Unbounded (100% reduction)</a:t>
            </a:r>
          </a:p>
          <a:p>
            <a:pPr marL="0" indent="0">
              <a:buNone/>
            </a:pPr>
            <a:r>
              <a:rPr lang="en-US" sz="2000" b="1"/>
              <a:t>Memory</a:t>
            </a:r>
          </a:p>
          <a:p>
            <a:r>
              <a:rPr lang="en-US" sz="2000"/>
              <a:t>Max: 2.8GB (~30% reduction)</a:t>
            </a:r>
          </a:p>
          <a:p>
            <a:r>
              <a:rPr lang="en-US" sz="2000"/>
              <a:t>Allocations: 46470 (~70% reduction, 3.2x fewer)</a:t>
            </a:r>
          </a:p>
          <a:p>
            <a:pPr marL="0" indent="0">
              <a:buNone/>
            </a:pPr>
            <a:endParaRPr lang="en-US" sz="2400" b="1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4354CB7-305E-E78C-EF28-288B18476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3416" y="2524125"/>
            <a:ext cx="5481203" cy="36528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/>
              <a:t>Original</a:t>
            </a:r>
          </a:p>
          <a:p>
            <a:pPr marL="0" indent="0">
              <a:buNone/>
            </a:pPr>
            <a:r>
              <a:rPr lang="en-US" sz="2000" b="1"/>
              <a:t>CPU/Runtime</a:t>
            </a:r>
          </a:p>
          <a:p>
            <a:r>
              <a:rPr lang="en-US" sz="2000" b="1"/>
              <a:t> </a:t>
            </a:r>
            <a:r>
              <a:rPr lang="en-US" sz="2000"/>
              <a:t>171s</a:t>
            </a:r>
          </a:p>
          <a:p>
            <a:pPr lvl="1"/>
            <a:r>
              <a:rPr lang="en-US" sz="1800"/>
              <a:t>80s TSM</a:t>
            </a:r>
          </a:p>
          <a:p>
            <a:pPr lvl="1"/>
            <a:r>
              <a:rPr lang="en-US" sz="1800"/>
              <a:t>86s Riverine</a:t>
            </a:r>
          </a:p>
          <a:p>
            <a:pPr lvl="1"/>
            <a:r>
              <a:rPr lang="en-US" sz="1800"/>
              <a:t>5s Unbounded (not in scope of model)</a:t>
            </a:r>
          </a:p>
          <a:p>
            <a:pPr marL="0" indent="0">
              <a:buNone/>
            </a:pPr>
            <a:r>
              <a:rPr lang="en-US" sz="2000" b="1"/>
              <a:t>Memory</a:t>
            </a:r>
          </a:p>
          <a:p>
            <a:r>
              <a:rPr lang="en-US" sz="2000"/>
              <a:t>Max: 3.9 GB</a:t>
            </a:r>
          </a:p>
          <a:p>
            <a:r>
              <a:rPr lang="en-US" sz="2000"/>
              <a:t>Allocations: 148052</a:t>
            </a:r>
            <a:endParaRPr lang="en-US"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2EC490-2CC5-D21D-441F-B3E6FD3BE693}"/>
              </a:ext>
            </a:extLst>
          </p:cNvPr>
          <p:cNvSpPr txBox="1"/>
          <p:nvPr/>
        </p:nvSpPr>
        <p:spPr>
          <a:xfrm>
            <a:off x="367149" y="6260125"/>
            <a:ext cx="11114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*Note new chunking features were disabled for V2 during these tests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F30E9DF7-0AD0-CC6C-E21D-C5C44DEB72D3}"/>
              </a:ext>
            </a:extLst>
          </p:cNvPr>
          <p:cNvSpPr txBox="1">
            <a:spLocks/>
          </p:cNvSpPr>
          <p:nvPr/>
        </p:nvSpPr>
        <p:spPr>
          <a:xfrm>
            <a:off x="439317" y="1696803"/>
            <a:ext cx="11465168" cy="7441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Symbol" panose="05050102010706020507" pitchFamily="18" charset="2"/>
              <a:buChar char="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Symbol" panose="05050102010706020507" pitchFamily="18" charset="2"/>
              <a:buChar char="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Symbol" panose="05050102010706020507" pitchFamily="18" charset="2"/>
              <a:buChar char="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Symbol" panose="05050102010706020507" pitchFamily="18" charset="2"/>
              <a:buChar char="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sz="2000"/>
              <a:t>Ran a coupled Riverine and TSM/Temperature model for the fine mesh </a:t>
            </a:r>
            <a:r>
              <a:rPr lang="en-US" sz="2000" err="1"/>
              <a:t>Sumwere</a:t>
            </a:r>
            <a:r>
              <a:rPr lang="en-US" sz="2000"/>
              <a:t> Creek model</a:t>
            </a:r>
          </a:p>
          <a:p>
            <a:pPr marL="285750" indent="-285750"/>
            <a:r>
              <a:rPr lang="en-US" sz="2000"/>
              <a:t>This shows coupled performance</a:t>
            </a:r>
          </a:p>
        </p:txBody>
      </p:sp>
    </p:spTree>
    <p:extLst>
      <p:ext uri="{BB962C8B-B14F-4D97-AF65-F5344CB8AC3E}">
        <p14:creationId xmlns:p14="http://schemas.microsoft.com/office/powerpoint/2010/main" val="1314474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65F8A-D1F7-3C5F-B1B8-AC1505D1F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/>
              <a:t>Metric 3: </a:t>
            </a:r>
            <a:r>
              <a:rPr lang="en-US" cap="none" err="1"/>
              <a:t>Sumwere</a:t>
            </a:r>
            <a:r>
              <a:rPr lang="en-US" cap="none"/>
              <a:t> Creek Fine Mesh  (6966 Cells, 960 timesteps)</a:t>
            </a:r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EB3A404-C190-9269-1EB9-C8CFF419654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4003427"/>
            <a:ext cx="5947993" cy="2420069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DF58D62-8482-0F9B-9DC1-C0A2C85522B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85930"/>
            <a:ext cx="5947992" cy="2420069"/>
          </a:xfrm>
          <a:prstGeom prst="rect">
            <a:avLst/>
          </a:prstGeom>
        </p:spPr>
      </p:pic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3AA6249A-859C-CD8E-B059-B52B26BD580A}"/>
              </a:ext>
            </a:extLst>
          </p:cNvPr>
          <p:cNvSpPr txBox="1">
            <a:spLocks/>
          </p:cNvSpPr>
          <p:nvPr/>
        </p:nvSpPr>
        <p:spPr>
          <a:xfrm>
            <a:off x="363416" y="1731523"/>
            <a:ext cx="5481203" cy="4445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Symbol" panose="05050102010706020507" pitchFamily="18" charset="2"/>
              <a:buChar char="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Symbol" panose="05050102010706020507" pitchFamily="18" charset="2"/>
              <a:buChar char="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Symbol" panose="05050102010706020507" pitchFamily="18" charset="2"/>
              <a:buChar char="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Symbol" panose="05050102010706020507" pitchFamily="18" charset="2"/>
              <a:buChar char="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/>
              <a:t>Note Chucking uses less RAM on average</a:t>
            </a:r>
          </a:p>
          <a:p>
            <a:r>
              <a:rPr lang="en-US" sz="2400"/>
              <a:t>Spikes during loading of chunks</a:t>
            </a:r>
          </a:p>
          <a:p>
            <a:r>
              <a:rPr lang="en-US" sz="2400"/>
              <a:t>Need a larger model to tease out benefits</a:t>
            </a:r>
          </a:p>
          <a:p>
            <a:r>
              <a:rPr lang="en-US" sz="2400"/>
              <a:t>Chunking increases runtime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08459C-06C0-0D7D-4ADD-5FCD37C95F4E}"/>
              </a:ext>
            </a:extLst>
          </p:cNvPr>
          <p:cNvSpPr txBox="1"/>
          <p:nvPr/>
        </p:nvSpPr>
        <p:spPr>
          <a:xfrm>
            <a:off x="7464357" y="1652263"/>
            <a:ext cx="2665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No</a:t>
            </a:r>
            <a:r>
              <a:rPr lang="en-US"/>
              <a:t> 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Chunking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F28809-9474-5F60-1F69-A35783C32DD8}"/>
              </a:ext>
            </a:extLst>
          </p:cNvPr>
          <p:cNvSpPr txBox="1"/>
          <p:nvPr/>
        </p:nvSpPr>
        <p:spPr>
          <a:xfrm>
            <a:off x="7464357" y="4105999"/>
            <a:ext cx="2665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Chunking</a:t>
            </a:r>
          </a:p>
        </p:txBody>
      </p:sp>
    </p:spTree>
    <p:extLst>
      <p:ext uri="{BB962C8B-B14F-4D97-AF65-F5344CB8AC3E}">
        <p14:creationId xmlns:p14="http://schemas.microsoft.com/office/powerpoint/2010/main" val="1422966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F5605-3F42-A0A7-8CAF-542F3529E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682227-CC1C-0BA7-AE01-E0C0E13B5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Reduce Complexity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AE92A2-B0A3-ACE3-18BF-65A25FEB57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8F95E6-4434-8202-6433-B65D3D825C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066" y="3587491"/>
            <a:ext cx="6257618" cy="3207029"/>
          </a:xfrm>
          <a:prstGeom prst="rect">
            <a:avLst/>
          </a:prstGeom>
        </p:spPr>
      </p:pic>
      <p:pic>
        <p:nvPicPr>
          <p:cNvPr id="2050" name="Picture 2" descr="Clarifying complex ideas through the glow of lightbulbs - Flat lay">
            <a:extLst>
              <a:ext uri="{FF2B5EF4-FFF2-40B4-BE49-F238E27FC236}">
                <a16:creationId xmlns:a16="http://schemas.microsoft.com/office/drawing/2014/main" id="{E63E821B-2D70-CA4C-1FE2-BAAF10A07A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12"/>
          <a:stretch>
            <a:fillRect/>
          </a:stretch>
        </p:blipFill>
        <p:spPr bwMode="auto">
          <a:xfrm>
            <a:off x="5920096" y="803841"/>
            <a:ext cx="4029075" cy="2466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1379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58DAE-29FF-A0D1-881D-42ADF85C6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436498-6D62-84F6-9209-319C4DF2F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Easier configuration and setup for Modules through a configuration </a:t>
            </a:r>
            <a:r>
              <a:rPr lang="en-US" err="1"/>
              <a:t>yaml</a:t>
            </a:r>
            <a:r>
              <a:rPr lang="en-US"/>
              <a:t> file</a:t>
            </a:r>
          </a:p>
          <a:p>
            <a:r>
              <a:rPr lang="en-US"/>
              <a:t>Addressed memory scaling and performance issues when coupling Riverine and Modules through shared memory management approach through intermediate data library (</a:t>
            </a:r>
            <a:r>
              <a:rPr lang="en-US" err="1"/>
              <a:t>ClearWater</a:t>
            </a:r>
            <a:r>
              <a:rPr lang="en-US"/>
              <a:t>-data)</a:t>
            </a:r>
          </a:p>
          <a:p>
            <a:r>
              <a:rPr lang="en-US"/>
              <a:t>Reenvisioned model execution to move complexity to the model. Eliminated need for user defined coupling loops.</a:t>
            </a:r>
          </a:p>
          <a:p>
            <a:r>
              <a:rPr lang="en-US"/>
              <a:t>Established simpler abstractions for Modules to enable easier development, extension, and maintenance</a:t>
            </a:r>
          </a:p>
          <a:p>
            <a:r>
              <a:rPr lang="en-US"/>
              <a:t>Additional Post Processing tools for Riverine</a:t>
            </a:r>
          </a:p>
          <a:p>
            <a:pPr lvl="1"/>
            <a:r>
              <a:rPr lang="en-US"/>
              <a:t>Can performance mass balance and other summary stats</a:t>
            </a:r>
          </a:p>
          <a:p>
            <a:r>
              <a:rPr lang="en-US"/>
              <a:t>Added intermediate calculations within Riverine</a:t>
            </a:r>
          </a:p>
          <a:p>
            <a:pPr lvl="1"/>
            <a:r>
              <a:rPr lang="en-US"/>
              <a:t>Wetted surface area and depth can now come from Riverine, eliminating the need for external calculations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20AAE0-DBE7-C02E-162C-EB5E16842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 Level Changes</a:t>
            </a:r>
          </a:p>
        </p:txBody>
      </p:sp>
    </p:spTree>
    <p:extLst>
      <p:ext uri="{BB962C8B-B14F-4D97-AF65-F5344CB8AC3E}">
        <p14:creationId xmlns:p14="http://schemas.microsoft.com/office/powerpoint/2010/main" val="420509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27AD82-D3AA-14A7-744C-1AD92A1CB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Moved to a </a:t>
            </a:r>
            <a:r>
              <a:rPr lang="en-US" err="1"/>
              <a:t>yaml</a:t>
            </a:r>
            <a:r>
              <a:rPr lang="en-US"/>
              <a:t> based on configuration for both Riverine and Modules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5B321F-FD2F-3263-D13B-F2A9AB490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Simply Model: Set Up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11DD6A-FE88-02AE-E779-247C7638B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932" y="5113876"/>
            <a:ext cx="1904786" cy="15593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52CBAE-ED48-4431-7FE6-80C6C699C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32" y="2888711"/>
            <a:ext cx="1900662" cy="22251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82F4F0-35D8-FB36-10A2-6E2D2AEA31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8091" y="2888711"/>
            <a:ext cx="7591977" cy="3777531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B5CA2D8-0A83-240B-2DA2-8E52312BA58D}"/>
              </a:ext>
            </a:extLst>
          </p:cNvPr>
          <p:cNvCxnSpPr>
            <a:cxnSpLocks/>
          </p:cNvCxnSpPr>
          <p:nvPr/>
        </p:nvCxnSpPr>
        <p:spPr>
          <a:xfrm>
            <a:off x="2497394" y="4001294"/>
            <a:ext cx="1541206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702C302-BE52-BBEE-21E2-AB6A38513F72}"/>
              </a:ext>
            </a:extLst>
          </p:cNvPr>
          <p:cNvSpPr txBox="1"/>
          <p:nvPr/>
        </p:nvSpPr>
        <p:spPr>
          <a:xfrm>
            <a:off x="525341" y="2462350"/>
            <a:ext cx="15701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Code</a:t>
            </a:r>
            <a:r>
              <a:rPr lang="en-US"/>
              <a:t>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Heavy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152FA2-E8B9-91DD-E5AA-58797FF1AE30}"/>
              </a:ext>
            </a:extLst>
          </p:cNvPr>
          <p:cNvSpPr txBox="1"/>
          <p:nvPr/>
        </p:nvSpPr>
        <p:spPr>
          <a:xfrm>
            <a:off x="4308091" y="2462350"/>
            <a:ext cx="51978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Familiar</a:t>
            </a:r>
            <a:r>
              <a:rPr lang="en-US"/>
              <a:t>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and</a:t>
            </a:r>
            <a:r>
              <a:rPr lang="en-US"/>
              <a:t>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Standardized</a:t>
            </a:r>
            <a:r>
              <a:rPr lang="en-US"/>
              <a:t>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Configuration</a:t>
            </a:r>
            <a:r>
              <a:rPr lang="en-US"/>
              <a:t>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File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27639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E23E6-98F9-2680-8789-36E4C83CF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EFB081-D082-01E6-7EF3-517297F47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Moved execution and coupling responsibility to model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725611-FEB6-CBF0-97CF-F0EA69C66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Simply Model: Execution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7EE0DE4-9D45-F18A-5983-9A65E28FE457}"/>
              </a:ext>
            </a:extLst>
          </p:cNvPr>
          <p:cNvCxnSpPr>
            <a:cxnSpLocks/>
          </p:cNvCxnSpPr>
          <p:nvPr/>
        </p:nvCxnSpPr>
        <p:spPr>
          <a:xfrm>
            <a:off x="2497394" y="4001294"/>
            <a:ext cx="1541206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1523A07-032E-E9BD-4EB4-EEC53F50F479}"/>
              </a:ext>
            </a:extLst>
          </p:cNvPr>
          <p:cNvSpPr txBox="1"/>
          <p:nvPr/>
        </p:nvSpPr>
        <p:spPr>
          <a:xfrm>
            <a:off x="516926" y="2199776"/>
            <a:ext cx="55075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User</a:t>
            </a:r>
            <a:r>
              <a:rPr lang="en-US"/>
              <a:t>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had to write a control loop</a:t>
            </a:r>
          </a:p>
          <a:p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And have detailed knowledge how data is stored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79702C-EB82-C1AA-BA24-6572A77DE566}"/>
              </a:ext>
            </a:extLst>
          </p:cNvPr>
          <p:cNvSpPr txBox="1"/>
          <p:nvPr/>
        </p:nvSpPr>
        <p:spPr>
          <a:xfrm>
            <a:off x="6024516" y="2199776"/>
            <a:ext cx="51978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Simple</a:t>
            </a:r>
            <a:r>
              <a:rPr lang="en-US"/>
              <a:t>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Run</a:t>
            </a:r>
            <a:r>
              <a:rPr lang="en-US"/>
              <a:t> </a:t>
            </a:r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Command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315D94-1257-D87C-BAE8-F107EB830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59" y="2831682"/>
            <a:ext cx="1622041" cy="39207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C1E52A-5214-F46E-3D99-E5026C654697}"/>
              </a:ext>
            </a:extLst>
          </p:cNvPr>
          <p:cNvSpPr txBox="1"/>
          <p:nvPr/>
        </p:nvSpPr>
        <p:spPr>
          <a:xfrm>
            <a:off x="6096000" y="2837128"/>
            <a:ext cx="61344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from </a:t>
            </a:r>
            <a:r>
              <a:rPr lang="en-US" err="1"/>
              <a:t>clearwater_modules.config</a:t>
            </a:r>
            <a:r>
              <a:rPr lang="en-US"/>
              <a:t> import </a:t>
            </a:r>
            <a:r>
              <a:rPr lang="en-US" err="1"/>
              <a:t>init_from_file</a:t>
            </a:r>
            <a:endParaRPr lang="en-US"/>
          </a:p>
          <a:p>
            <a:r>
              <a:rPr lang="en-US"/>
              <a:t>config = </a:t>
            </a:r>
            <a:r>
              <a:rPr lang="en-US" err="1"/>
              <a:t>r”path_to_config_file</a:t>
            </a:r>
            <a:r>
              <a:rPr lang="en-US"/>
              <a:t>”</a:t>
            </a:r>
          </a:p>
          <a:p>
            <a:r>
              <a:rPr lang="en-US"/>
              <a:t>model = </a:t>
            </a:r>
            <a:r>
              <a:rPr lang="en-US" err="1"/>
              <a:t>init_from_file</a:t>
            </a:r>
            <a:r>
              <a:rPr lang="en-US"/>
              <a:t>(config)</a:t>
            </a:r>
          </a:p>
          <a:p>
            <a:r>
              <a:rPr lang="en-US" err="1"/>
              <a:t>model.run</a:t>
            </a:r>
            <a:r>
              <a:rPr lang="en-US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858886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40FF9-1ED8-40FF-0B2D-E43C6F32E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DF53BC-CDBD-0365-D77B-8FAC168F0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One variable concept </a:t>
            </a:r>
          </a:p>
          <a:p>
            <a:pPr lvl="1"/>
            <a:r>
              <a:rPr lang="en-US"/>
              <a:t>Replacing state, static, and dynamic variables in original. </a:t>
            </a:r>
          </a:p>
          <a:p>
            <a:pPr lvl="1"/>
            <a:r>
              <a:rPr lang="en-US"/>
              <a:t>Variable subclassing is now more about the structure of the data rather than its use.</a:t>
            </a:r>
          </a:p>
          <a:p>
            <a:r>
              <a:rPr lang="en-US"/>
              <a:t>Data management has been moved out of the model logic </a:t>
            </a:r>
          </a:p>
          <a:p>
            <a:pPr lvl="1"/>
            <a:r>
              <a:rPr lang="en-US"/>
              <a:t>New variable registry pattern handles data lifecycle</a:t>
            </a:r>
          </a:p>
          <a:p>
            <a:pPr lvl="1"/>
            <a:r>
              <a:rPr lang="en-US"/>
              <a:t>Process just need knowledge of what data they need rather than how to fetch it</a:t>
            </a:r>
          </a:p>
          <a:p>
            <a:r>
              <a:rPr lang="en-US"/>
              <a:t>Process classes are streamlined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4BFFB52-0BCC-3125-C5A4-56797BC06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Simplify modules abstractions</a:t>
            </a:r>
          </a:p>
        </p:txBody>
      </p:sp>
    </p:spTree>
    <p:extLst>
      <p:ext uri="{BB962C8B-B14F-4D97-AF65-F5344CB8AC3E}">
        <p14:creationId xmlns:p14="http://schemas.microsoft.com/office/powerpoint/2010/main" val="2414250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D60C6-9755-3C05-47AA-A51482ED9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9C5C3E-57AF-B73A-1701-C30AA4A8E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Very simple </a:t>
            </a:r>
            <a:r>
              <a:rPr lang="en-US" b="1"/>
              <a:t>Process </a:t>
            </a:r>
            <a:r>
              <a:rPr lang="en-US"/>
              <a:t>abstract base class with clear and focused method definitions</a:t>
            </a:r>
          </a:p>
          <a:p>
            <a:r>
              <a:rPr lang="en-US"/>
              <a:t>Heavily inspired from </a:t>
            </a:r>
            <a:r>
              <a:rPr lang="en-US" err="1"/>
              <a:t>Xarray</a:t>
            </a:r>
            <a:r>
              <a:rPr lang="en-US"/>
              <a:t> </a:t>
            </a:r>
            <a:r>
              <a:rPr lang="en-US" err="1"/>
              <a:t>Simlab</a:t>
            </a:r>
            <a:r>
              <a:rPr lang="en-US"/>
              <a:t> </a:t>
            </a:r>
          </a:p>
          <a:p>
            <a:r>
              <a:rPr lang="en-US"/>
              <a:t>4 methods required</a:t>
            </a:r>
          </a:p>
          <a:p>
            <a:pPr lvl="1"/>
            <a:r>
              <a:rPr lang="en-US" err="1"/>
              <a:t>init_from_config</a:t>
            </a:r>
            <a:r>
              <a:rPr lang="en-US"/>
              <a:t> – set class parameters based on information set in the configuration file</a:t>
            </a:r>
          </a:p>
          <a:p>
            <a:pPr lvl="1"/>
            <a:r>
              <a:rPr lang="en-US" err="1"/>
              <a:t>init_process</a:t>
            </a:r>
            <a:r>
              <a:rPr lang="en-US"/>
              <a:t> [optional] - run once at start-up to get the process ready</a:t>
            </a:r>
          </a:p>
          <a:p>
            <a:pPr lvl="1"/>
            <a:r>
              <a:rPr lang="en-US"/>
              <a:t>validate [optional] – validate that process set up correctly and model state is ready </a:t>
            </a:r>
          </a:p>
          <a:p>
            <a:pPr lvl="1"/>
            <a:r>
              <a:rPr lang="en-US"/>
              <a:t>run (</a:t>
            </a:r>
            <a:r>
              <a:rPr lang="en-US" err="1"/>
              <a:t>time_step</a:t>
            </a:r>
            <a:r>
              <a:rPr lang="en-US"/>
              <a:t>) – runs a provided timesteps and produces update values 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B7ED05F-AB98-8F63-EC3A-3D456D851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Reduce the complexity for adding a new processes</a:t>
            </a:r>
          </a:p>
        </p:txBody>
      </p:sp>
    </p:spTree>
    <p:extLst>
      <p:ext uri="{BB962C8B-B14F-4D97-AF65-F5344CB8AC3E}">
        <p14:creationId xmlns:p14="http://schemas.microsoft.com/office/powerpoint/2010/main" val="74183361"/>
      </p:ext>
    </p:extLst>
  </p:cSld>
  <p:clrMapOvr>
    <a:masterClrMapping/>
  </p:clrMapOvr>
</p:sld>
</file>

<file path=ppt/theme/theme1.xml><?xml version="1.0" encoding="utf-8"?>
<a:theme xmlns:a="http://schemas.openxmlformats.org/drawingml/2006/main" name="LimnoTech_Template_modern_dots-lines">
  <a:themeElements>
    <a:clrScheme name="Custom 8">
      <a:dk1>
        <a:sysClr val="windowText" lastClr="000000"/>
      </a:dk1>
      <a:lt1>
        <a:sysClr val="window" lastClr="FFFFFF"/>
      </a:lt1>
      <a:dk2>
        <a:srgbClr val="8DC63F"/>
      </a:dk2>
      <a:lt2>
        <a:srgbClr val="E7E6E6"/>
      </a:lt2>
      <a:accent1>
        <a:srgbClr val="174A7C"/>
      </a:accent1>
      <a:accent2>
        <a:srgbClr val="8DC63F"/>
      </a:accent2>
      <a:accent3>
        <a:srgbClr val="5B9B98"/>
      </a:accent3>
      <a:accent4>
        <a:srgbClr val="56A0D3"/>
      </a:accent4>
      <a:accent5>
        <a:srgbClr val="48A1FA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6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mnoTech_Template_modern_dots-lines" id="{ED5508C5-9618-4F17-8AA8-6CE0A0625C8D}" vid="{A197248A-861A-4DC0-BC00-4F3DC537247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Kickoff_Internal</Template>
  <Application>Microsoft Office PowerPoint</Application>
  <PresentationFormat>Widescreen</PresentationFormat>
  <Slides>21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LimnoTech_Template_modern_dots-lines</vt:lpstr>
      <vt:lpstr>ClearwAter Refactor </vt:lpstr>
      <vt:lpstr>Refactor Objectives</vt:lpstr>
      <vt:lpstr>Address Scaling</vt:lpstr>
      <vt:lpstr>High Level Changes</vt:lpstr>
      <vt:lpstr>Testing Set Up </vt:lpstr>
      <vt:lpstr>Metric 1: TSM/Temperature for an N x M x T Matrix</vt:lpstr>
      <vt:lpstr>Metric 1: 10 Grid Cells – Varying Timesteps</vt:lpstr>
      <vt:lpstr>Metric 1: 100 Grid Cells – Varying Timesteps</vt:lpstr>
      <vt:lpstr>Metric 1: 1000 Grid Cells – Varying Timesteps</vt:lpstr>
      <vt:lpstr>Metric 1: 10 Timesteps– Varying Grids</vt:lpstr>
      <vt:lpstr>Metric 1: 100 Timesteps– Varying Grids</vt:lpstr>
      <vt:lpstr>Metric 1: 1000 Timesteps– Varying Grids</vt:lpstr>
      <vt:lpstr>Metric 2: Sumwere Creek Coarse Mesh (367 Cells, 960 timesteps)</vt:lpstr>
      <vt:lpstr>Metric 2: Sumwere Creek Fine Mesh  (6966 Cells, 960 timesteps)</vt:lpstr>
      <vt:lpstr>Metric 3: Sumwere Creek Fine Mesh  (6966 Cells, 960 timesteps)</vt:lpstr>
      <vt:lpstr>Reduce Complexity</vt:lpstr>
      <vt:lpstr>High Level Changes</vt:lpstr>
      <vt:lpstr>Simply Model: Set Up </vt:lpstr>
      <vt:lpstr>Simply Model: Execution</vt:lpstr>
      <vt:lpstr>Simplify modules abstractions</vt:lpstr>
      <vt:lpstr>Reduce the complexity for adding a new processes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Tomasula</dc:creator>
  <cp:revision>1</cp:revision>
  <dcterms:created xsi:type="dcterms:W3CDTF">2026-04-06T15:03:56Z</dcterms:created>
  <dcterms:modified xsi:type="dcterms:W3CDTF">2026-04-10T19:55:47Z</dcterms:modified>
</cp:coreProperties>
</file>